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148840"/>
            <a:ext cx="91440" cy="2331720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" y="1783080"/>
            <a:ext cx="3200400" cy="32004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"/>
          <p:cNvSpPr/>
          <p:nvPr/>
        </p:nvSpPr>
        <p:spPr>
          <a:xfrm>
            <a:off x="1826656" y="2258139"/>
            <a:ext cx="1700212" cy="2250281"/>
          </a:xfrm>
          <a:custGeom>
            <a:avLst/>
            <a:gdLst/>
            <a:pathLst>
              <a:path w="1700212" h="2250281">
                <a:moveTo>
                  <a:pt x="0" y="0"/>
                </a:moveTo>
                <a:cubicBezTo>
                  <a:pt x="0" y="0"/>
                  <a:pt x="1175146" y="0"/>
                  <a:pt x="1175146" y="0"/>
                </a:cubicBezTo>
                <a:cubicBezTo>
                  <a:pt x="1175146" y="0"/>
                  <a:pt x="1700212" y="525065"/>
                  <a:pt x="1700212" y="525065"/>
                </a:cubicBezTo>
                <a:cubicBezTo>
                  <a:pt x="1700212" y="525065"/>
                  <a:pt x="1700212" y="2250281"/>
                  <a:pt x="1700212" y="2250281"/>
                </a:cubicBezTo>
                <a:cubicBezTo>
                  <a:pt x="1700212" y="2250281"/>
                  <a:pt x="0" y="2250281"/>
                  <a:pt x="0" y="2250281"/>
                </a:cubicBezTo>
                <a:cubicBezTo>
                  <a:pt x="0" y="2250281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6" name="Freeform"/>
          <p:cNvSpPr/>
          <p:nvPr/>
        </p:nvSpPr>
        <p:spPr>
          <a:xfrm>
            <a:off x="3001803" y="2258139"/>
            <a:ext cx="525065" cy="525065"/>
          </a:xfrm>
          <a:custGeom>
            <a:avLst/>
            <a:gdLst/>
            <a:pathLst>
              <a:path w="525065" h="525065">
                <a:moveTo>
                  <a:pt x="0" y="0"/>
                </a:moveTo>
                <a:cubicBezTo>
                  <a:pt x="0" y="0"/>
                  <a:pt x="525065" y="525065"/>
                  <a:pt x="525065" y="525065"/>
                </a:cubicBezTo>
                <a:cubicBezTo>
                  <a:pt x="525065" y="525065"/>
                  <a:pt x="0" y="525065"/>
                  <a:pt x="0" y="525065"/>
                </a:cubicBezTo>
                <a:cubicBezTo>
                  <a:pt x="0" y="525065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7" name="Freeform"/>
          <p:cNvSpPr/>
          <p:nvPr/>
        </p:nvSpPr>
        <p:spPr>
          <a:xfrm>
            <a:off x="3001803" y="2258139"/>
            <a:ext cx="525065" cy="525065"/>
          </a:xfrm>
          <a:custGeom>
            <a:avLst/>
            <a:gdLst/>
            <a:pathLst>
              <a:path w="525065" h="525065">
                <a:moveTo>
                  <a:pt x="0" y="0"/>
                </a:moveTo>
                <a:cubicBezTo>
                  <a:pt x="0" y="0"/>
                  <a:pt x="0" y="525065"/>
                  <a:pt x="0" y="525065"/>
                </a:cubicBezTo>
                <a:cubicBezTo>
                  <a:pt x="0" y="525065"/>
                  <a:pt x="525065" y="525065"/>
                  <a:pt x="525065" y="525065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8" name="Freeform"/>
          <p:cNvSpPr/>
          <p:nvPr/>
        </p:nvSpPr>
        <p:spPr>
          <a:xfrm>
            <a:off x="2176700" y="3183255"/>
            <a:ext cx="950118" cy="700087"/>
          </a:xfrm>
          <a:custGeom>
            <a:avLst/>
            <a:gdLst/>
            <a:pathLst>
              <a:path w="950118" h="700087">
                <a:moveTo>
                  <a:pt x="0" y="400049"/>
                </a:moveTo>
                <a:cubicBezTo>
                  <a:pt x="0" y="400049"/>
                  <a:pt x="300037" y="700087"/>
                  <a:pt x="300037" y="700087"/>
                </a:cubicBezTo>
                <a:cubicBezTo>
                  <a:pt x="300037" y="700087"/>
                  <a:pt x="950118" y="0"/>
                  <a:pt x="950118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9" name="TextBox 8"/>
          <p:cNvSpPr txBox="1"/>
          <p:nvPr/>
        </p:nvSpPr>
        <p:spPr>
          <a:xfrm>
            <a:off x="4800600" y="2057400"/>
            <a:ext cx="6766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Arial Black"/>
                <a:ea typeface="Segoe UI"/>
                <a:cs typeface="Segoe UI"/>
              </a:rPr>
              <a:t>EDUVIAGT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310128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FC0DC"/>
                </a:solidFill>
                <a:latin typeface="Segoe UI"/>
                <a:ea typeface="Segoe UI"/>
                <a:cs typeface="Segoe UI"/>
              </a:rPr>
              <a:t>Sistema Integral de Gestión de Becas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92040" y="4041648"/>
            <a:ext cx="1554480" cy="54864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431596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FC0DC"/>
                </a:solidFill>
                <a:latin typeface="Segoe UI"/>
                <a:ea typeface="Segoe UI"/>
                <a:cs typeface="Segoe UI"/>
              </a:rPr>
              <a:t>Rediseño de marca · «Expediente»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594360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C9BB0"/>
                </a:solidFill>
                <a:latin typeface="Segoe UI"/>
                <a:ea typeface="Segoe UI"/>
                <a:cs typeface="Segoe UI"/>
              </a:rPr>
              <a:t>Ministerio de Educación · Guatemala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8233A"/>
                </a:solidFill>
                <a:latin typeface="Arial Black"/>
                <a:ea typeface="Segoe UI"/>
                <a:cs typeface="Segoe UI"/>
              </a:rPr>
              <a:t>Concepto: «Expediente»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97280"/>
            <a:ext cx="1234440" cy="50292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La hoja que se entrega, se revisa y se aprueba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57400"/>
            <a:ext cx="3291840" cy="3291839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"/>
          <p:cNvSpPr/>
          <p:nvPr/>
        </p:nvSpPr>
        <p:spPr>
          <a:xfrm>
            <a:off x="1574482" y="2546032"/>
            <a:ext cx="1748790" cy="2314575"/>
          </a:xfrm>
          <a:custGeom>
            <a:avLst/>
            <a:gdLst/>
            <a:pathLst>
              <a:path w="1748790" h="2314575">
                <a:moveTo>
                  <a:pt x="0" y="0"/>
                </a:moveTo>
                <a:cubicBezTo>
                  <a:pt x="0" y="0"/>
                  <a:pt x="1208722" y="0"/>
                  <a:pt x="1208722" y="0"/>
                </a:cubicBezTo>
                <a:cubicBezTo>
                  <a:pt x="1208722" y="0"/>
                  <a:pt x="1748790" y="540067"/>
                  <a:pt x="1748790" y="540067"/>
                </a:cubicBezTo>
                <a:cubicBezTo>
                  <a:pt x="1748790" y="540067"/>
                  <a:pt x="1748790" y="2314575"/>
                  <a:pt x="1748790" y="2314575"/>
                </a:cubicBezTo>
                <a:cubicBezTo>
                  <a:pt x="1748790" y="2314575"/>
                  <a:pt x="0" y="2314575"/>
                  <a:pt x="0" y="2314575"/>
                </a:cubicBezTo>
                <a:cubicBezTo>
                  <a:pt x="0" y="2314575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8" name="Freeform"/>
          <p:cNvSpPr/>
          <p:nvPr/>
        </p:nvSpPr>
        <p:spPr>
          <a:xfrm>
            <a:off x="2783205" y="2546032"/>
            <a:ext cx="540067" cy="540067"/>
          </a:xfrm>
          <a:custGeom>
            <a:avLst/>
            <a:gdLst/>
            <a:pathLst>
              <a:path w="540067" h="540067">
                <a:moveTo>
                  <a:pt x="0" y="0"/>
                </a:moveTo>
                <a:cubicBezTo>
                  <a:pt x="0" y="0"/>
                  <a:pt x="540067" y="540067"/>
                  <a:pt x="540067" y="540067"/>
                </a:cubicBezTo>
                <a:cubicBezTo>
                  <a:pt x="540067" y="540067"/>
                  <a:pt x="0" y="540067"/>
                  <a:pt x="0" y="540067"/>
                </a:cubicBezTo>
                <a:cubicBezTo>
                  <a:pt x="0" y="540067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9" name="Freeform"/>
          <p:cNvSpPr/>
          <p:nvPr/>
        </p:nvSpPr>
        <p:spPr>
          <a:xfrm>
            <a:off x="2783205" y="2546032"/>
            <a:ext cx="540067" cy="540067"/>
          </a:xfrm>
          <a:custGeom>
            <a:avLst/>
            <a:gdLst/>
            <a:pathLst>
              <a:path w="540067" h="540067">
                <a:moveTo>
                  <a:pt x="0" y="0"/>
                </a:moveTo>
                <a:cubicBezTo>
                  <a:pt x="0" y="0"/>
                  <a:pt x="0" y="540067"/>
                  <a:pt x="0" y="540067"/>
                </a:cubicBezTo>
                <a:cubicBezTo>
                  <a:pt x="0" y="540067"/>
                  <a:pt x="540067" y="540067"/>
                  <a:pt x="540067" y="540067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10" name="Freeform"/>
          <p:cNvSpPr/>
          <p:nvPr/>
        </p:nvSpPr>
        <p:spPr>
          <a:xfrm>
            <a:off x="1934527" y="3497580"/>
            <a:ext cx="977265" cy="720090"/>
          </a:xfrm>
          <a:custGeom>
            <a:avLst/>
            <a:gdLst/>
            <a:pathLst>
              <a:path w="977265" h="720090">
                <a:moveTo>
                  <a:pt x="0" y="411479"/>
                </a:moveTo>
                <a:cubicBezTo>
                  <a:pt x="0" y="411479"/>
                  <a:pt x="308609" y="720090"/>
                  <a:pt x="308609" y="720090"/>
                </a:cubicBezTo>
                <a:cubicBezTo>
                  <a:pt x="308609" y="720090"/>
                  <a:pt x="977265" y="0"/>
                  <a:pt x="977265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11" name="TextBox 10"/>
          <p:cNvSpPr txBox="1"/>
          <p:nvPr/>
        </p:nvSpPr>
        <p:spPr>
          <a:xfrm>
            <a:off x="4572000" y="187451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La marca es el expediente de una beca.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Es la hoja que cada estudiante entrega y que el sistema revisa: el expediente. La esquina doblada señala un caso abierto dentro del proceso; la palomita sellada marca la beca aprobada. Todo se construye con bloques planos, esquinas a 90° y trazos gruesos —sin degradados ni efectos—, igual que el resto del sistema.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434840"/>
            <a:ext cx="2176272" cy="14173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0288" y="4453127"/>
            <a:ext cx="2139696" cy="1380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0288" y="4453127"/>
            <a:ext cx="2139696" cy="64008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4672583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El expediente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5184648"/>
            <a:ext cx="195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La hoja que el estudiante entrega.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1152" y="4434840"/>
            <a:ext cx="2176272" cy="14173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49440" y="4453127"/>
            <a:ext cx="2139696" cy="1380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4453127"/>
            <a:ext cx="2139696" cy="64008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672583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Esquina doblada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184648"/>
            <a:ext cx="195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Un caso abierto dentro del sistema.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90304" y="4434840"/>
            <a:ext cx="2176272" cy="14173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08592" y="4453127"/>
            <a:ext cx="2139696" cy="1380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08592" y="4453127"/>
            <a:ext cx="2139696" cy="64008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0032" y="4672583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Palomita = aprobado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32" y="5184648"/>
            <a:ext cx="195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El oro marca la beca otorgada.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8233A"/>
                </a:solidFill>
                <a:latin typeface="Arial Black"/>
                <a:ea typeface="Segoe UI"/>
                <a:cs typeface="Segoe UI"/>
              </a:rPr>
              <a:t>Construcción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97280"/>
            <a:ext cx="1234440" cy="50292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Grilla y proporciones del isotipo (módulo x = lado / 16)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6596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013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7741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159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38887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304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60032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81178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595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02323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3741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23469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886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344614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365760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7177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386905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8323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408051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468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" y="429196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0614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450342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1759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471487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905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492633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0505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" y="5137785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0" y="1965960"/>
            <a:ext cx="5486" cy="3383280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" y="5349240"/>
            <a:ext cx="3383280" cy="5486"/>
          </a:xfrm>
          <a:prstGeom prst="rect">
            <a:avLst/>
          </a:prstGeom>
          <a:solidFill>
            <a:srgbClr val="E7ED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68680" y="1965960"/>
            <a:ext cx="3383280" cy="3383279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"/>
          <p:cNvSpPr/>
          <p:nvPr/>
        </p:nvSpPr>
        <p:spPr>
          <a:xfrm>
            <a:off x="1688068" y="2468165"/>
            <a:ext cx="1797367" cy="2378868"/>
          </a:xfrm>
          <a:custGeom>
            <a:avLst/>
            <a:gdLst/>
            <a:pathLst>
              <a:path w="1797367" h="2378868">
                <a:moveTo>
                  <a:pt x="0" y="0"/>
                </a:moveTo>
                <a:cubicBezTo>
                  <a:pt x="0" y="0"/>
                  <a:pt x="1242297" y="0"/>
                  <a:pt x="1242297" y="0"/>
                </a:cubicBezTo>
                <a:cubicBezTo>
                  <a:pt x="1242297" y="0"/>
                  <a:pt x="1797367" y="555069"/>
                  <a:pt x="1797367" y="555069"/>
                </a:cubicBezTo>
                <a:cubicBezTo>
                  <a:pt x="1797367" y="555069"/>
                  <a:pt x="1797367" y="2378868"/>
                  <a:pt x="1797367" y="2378868"/>
                </a:cubicBezTo>
                <a:cubicBezTo>
                  <a:pt x="1797367" y="2378868"/>
                  <a:pt x="0" y="2378868"/>
                  <a:pt x="0" y="2378868"/>
                </a:cubicBezTo>
                <a:cubicBezTo>
                  <a:pt x="0" y="2378868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42" name="Freeform"/>
          <p:cNvSpPr/>
          <p:nvPr/>
        </p:nvSpPr>
        <p:spPr>
          <a:xfrm>
            <a:off x="2930366" y="2468165"/>
            <a:ext cx="555069" cy="555069"/>
          </a:xfrm>
          <a:custGeom>
            <a:avLst/>
            <a:gdLst/>
            <a:pathLst>
              <a:path w="555069" h="555069">
                <a:moveTo>
                  <a:pt x="0" y="0"/>
                </a:moveTo>
                <a:cubicBezTo>
                  <a:pt x="0" y="0"/>
                  <a:pt x="555069" y="555069"/>
                  <a:pt x="555069" y="555069"/>
                </a:cubicBezTo>
                <a:cubicBezTo>
                  <a:pt x="555069" y="555069"/>
                  <a:pt x="0" y="555069"/>
                  <a:pt x="0" y="555069"/>
                </a:cubicBezTo>
                <a:cubicBezTo>
                  <a:pt x="0" y="555069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43" name="Freeform"/>
          <p:cNvSpPr/>
          <p:nvPr/>
        </p:nvSpPr>
        <p:spPr>
          <a:xfrm>
            <a:off x="2930366" y="2468165"/>
            <a:ext cx="555069" cy="555069"/>
          </a:xfrm>
          <a:custGeom>
            <a:avLst/>
            <a:gdLst/>
            <a:pathLst>
              <a:path w="555069" h="555069">
                <a:moveTo>
                  <a:pt x="0" y="0"/>
                </a:moveTo>
                <a:cubicBezTo>
                  <a:pt x="0" y="0"/>
                  <a:pt x="0" y="555069"/>
                  <a:pt x="0" y="555069"/>
                </a:cubicBezTo>
                <a:cubicBezTo>
                  <a:pt x="0" y="555069"/>
                  <a:pt x="555069" y="555069"/>
                  <a:pt x="555069" y="555069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44" name="Freeform"/>
          <p:cNvSpPr/>
          <p:nvPr/>
        </p:nvSpPr>
        <p:spPr>
          <a:xfrm>
            <a:off x="2058114" y="3446145"/>
            <a:ext cx="1004411" cy="740092"/>
          </a:xfrm>
          <a:custGeom>
            <a:avLst/>
            <a:gdLst/>
            <a:pathLst>
              <a:path w="1004411" h="740092">
                <a:moveTo>
                  <a:pt x="0" y="422909"/>
                </a:moveTo>
                <a:cubicBezTo>
                  <a:pt x="0" y="422909"/>
                  <a:pt x="317182" y="740092"/>
                  <a:pt x="317182" y="740092"/>
                </a:cubicBezTo>
                <a:cubicBezTo>
                  <a:pt x="317182" y="740092"/>
                  <a:pt x="1004411" y="0"/>
                  <a:pt x="1004411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45" name="TextBox 44"/>
          <p:cNvSpPr txBox="1"/>
          <p:nvPr/>
        </p:nvSpPr>
        <p:spPr>
          <a:xfrm>
            <a:off x="868680" y="5486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16 × 16 módulos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92040" y="1975104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8072" y="192024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Recuadro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8072" y="222199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512 × 512 px · esquinas a 90° (radio 0): sin redondeos.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92040" y="2542032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48072" y="248716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Hoja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2788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272 × 360 px, a 124 px del borde izquierdo y 76 px del superior.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92040" y="3108960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2" y="305409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Esquina doblada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33558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Triángulo rectángulo de 84 × 84 px, arriba a la derecha.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2040" y="3675888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48072" y="3621024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Pliegue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8072" y="392277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Línea tinta de 16 px que separa la esquina de la hoja.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242816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8072" y="4187952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Palomita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48072" y="448970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Trazo de 44 px, extremos rectos, a ≥ 24 px del pliegue.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92040" y="4809744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8072" y="4754880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Favicon (16 px)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48072" y="50566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Hoja más grande (368 × 416 px), sin pliegue ni palomita.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92040" y="5376672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8072" y="5321808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Color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8072" y="5623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Tinta #18233A, papel #F5F7FA y oro #D4A72C. Cero degradados.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92040" y="5943600"/>
            <a:ext cx="82296" cy="310896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48072" y="5888736"/>
            <a:ext cx="6035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Resguardo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48072" y="619048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Área libre mínima = 0.5× el lado del isotipo.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8233A"/>
                </a:solidFill>
                <a:latin typeface="Arial Black"/>
                <a:ea typeface="Segoe UI"/>
                <a:cs typeface="Segoe UI"/>
              </a:rPr>
              <a:t>Variantes de color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97280"/>
            <a:ext cx="1234440" cy="50292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El isotipo funciona igual sobre fondo oscuro y claro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487853" cy="30175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029968"/>
            <a:ext cx="2451277" cy="2980944"/>
          </a:xfrm>
          <a:prstGeom prst="roundRect">
            <a:avLst/>
          </a:prstGeom>
          <a:solidFill>
            <a:srgbClr val="1823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6766" y="2514600"/>
            <a:ext cx="1554480" cy="155448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"/>
          <p:cNvSpPr/>
          <p:nvPr/>
        </p:nvSpPr>
        <p:spPr>
          <a:xfrm>
            <a:off x="1483242" y="2745343"/>
            <a:ext cx="825817" cy="1092993"/>
          </a:xfrm>
          <a:custGeom>
            <a:avLst/>
            <a:gdLst/>
            <a:pathLst>
              <a:path w="825817" h="1092993">
                <a:moveTo>
                  <a:pt x="0" y="0"/>
                </a:moveTo>
                <a:cubicBezTo>
                  <a:pt x="0" y="0"/>
                  <a:pt x="570785" y="0"/>
                  <a:pt x="570785" y="0"/>
                </a:cubicBezTo>
                <a:cubicBezTo>
                  <a:pt x="570785" y="0"/>
                  <a:pt x="825817" y="255031"/>
                  <a:pt x="825817" y="255031"/>
                </a:cubicBezTo>
                <a:cubicBezTo>
                  <a:pt x="825817" y="255031"/>
                  <a:pt x="825817" y="1092993"/>
                  <a:pt x="825817" y="1092993"/>
                </a:cubicBezTo>
                <a:cubicBezTo>
                  <a:pt x="825817" y="1092993"/>
                  <a:pt x="0" y="1092993"/>
                  <a:pt x="0" y="1092993"/>
                </a:cubicBezTo>
                <a:cubicBezTo>
                  <a:pt x="0" y="1092993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10" name="Freeform"/>
          <p:cNvSpPr/>
          <p:nvPr/>
        </p:nvSpPr>
        <p:spPr>
          <a:xfrm>
            <a:off x="2054028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255031" y="255031"/>
                  <a:pt x="255031" y="255031"/>
                </a:cubicBezTo>
                <a:cubicBezTo>
                  <a:pt x="255031" y="255031"/>
                  <a:pt x="0" y="255031"/>
                  <a:pt x="0" y="255031"/>
                </a:cubicBezTo>
                <a:cubicBezTo>
                  <a:pt x="0" y="255031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11" name="Freeform"/>
          <p:cNvSpPr/>
          <p:nvPr/>
        </p:nvSpPr>
        <p:spPr>
          <a:xfrm>
            <a:off x="2054028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0" y="255031"/>
                  <a:pt x="0" y="255031"/>
                </a:cubicBezTo>
                <a:cubicBezTo>
                  <a:pt x="0" y="255031"/>
                  <a:pt x="255031" y="255031"/>
                  <a:pt x="255031" y="255031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12" name="Freeform"/>
          <p:cNvSpPr/>
          <p:nvPr/>
        </p:nvSpPr>
        <p:spPr>
          <a:xfrm>
            <a:off x="1653263" y="3194685"/>
            <a:ext cx="461486" cy="340042"/>
          </a:xfrm>
          <a:custGeom>
            <a:avLst/>
            <a:gdLst/>
            <a:pathLst>
              <a:path w="461486" h="340042">
                <a:moveTo>
                  <a:pt x="0" y="194309"/>
                </a:moveTo>
                <a:cubicBezTo>
                  <a:pt x="0" y="194309"/>
                  <a:pt x="145732" y="340042"/>
                  <a:pt x="145732" y="340042"/>
                </a:cubicBezTo>
                <a:cubicBezTo>
                  <a:pt x="145732" y="340042"/>
                  <a:pt x="461486" y="0"/>
                  <a:pt x="461486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13" name="TextBox 12"/>
          <p:cNvSpPr txBox="1"/>
          <p:nvPr/>
        </p:nvSpPr>
        <p:spPr>
          <a:xfrm>
            <a:off x="777240" y="4343400"/>
            <a:ext cx="221353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FC0DC"/>
                </a:solidFill>
                <a:latin typeface="Arial Black"/>
                <a:ea typeface="Segoe UI"/>
                <a:cs typeface="Segoe UI"/>
              </a:rPr>
              <a:t>Color sobre oscuro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973" y="2011680"/>
            <a:ext cx="2487853" cy="30175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66261" y="2029968"/>
            <a:ext cx="2451277" cy="2980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14660" y="2514600"/>
            <a:ext cx="1554480" cy="155448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"/>
          <p:cNvSpPr/>
          <p:nvPr/>
        </p:nvSpPr>
        <p:spPr>
          <a:xfrm>
            <a:off x="4291136" y="2745343"/>
            <a:ext cx="825817" cy="1092993"/>
          </a:xfrm>
          <a:custGeom>
            <a:avLst/>
            <a:gdLst/>
            <a:pathLst>
              <a:path w="825817" h="1092993">
                <a:moveTo>
                  <a:pt x="0" y="0"/>
                </a:moveTo>
                <a:cubicBezTo>
                  <a:pt x="0" y="0"/>
                  <a:pt x="570785" y="0"/>
                  <a:pt x="570785" y="0"/>
                </a:cubicBezTo>
                <a:cubicBezTo>
                  <a:pt x="570785" y="0"/>
                  <a:pt x="825817" y="255031"/>
                  <a:pt x="825817" y="255031"/>
                </a:cubicBezTo>
                <a:cubicBezTo>
                  <a:pt x="825817" y="255031"/>
                  <a:pt x="825817" y="1092993"/>
                  <a:pt x="825817" y="1092993"/>
                </a:cubicBezTo>
                <a:cubicBezTo>
                  <a:pt x="825817" y="1092993"/>
                  <a:pt x="0" y="1092993"/>
                  <a:pt x="0" y="1092993"/>
                </a:cubicBezTo>
                <a:cubicBezTo>
                  <a:pt x="0" y="1092993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18" name="Freeform"/>
          <p:cNvSpPr/>
          <p:nvPr/>
        </p:nvSpPr>
        <p:spPr>
          <a:xfrm>
            <a:off x="4861921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255031" y="255031"/>
                  <a:pt x="255031" y="255031"/>
                </a:cubicBezTo>
                <a:cubicBezTo>
                  <a:pt x="255031" y="255031"/>
                  <a:pt x="0" y="255031"/>
                  <a:pt x="0" y="255031"/>
                </a:cubicBezTo>
                <a:cubicBezTo>
                  <a:pt x="0" y="255031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19" name="Freeform"/>
          <p:cNvSpPr/>
          <p:nvPr/>
        </p:nvSpPr>
        <p:spPr>
          <a:xfrm>
            <a:off x="4861921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0" y="255031"/>
                  <a:pt x="0" y="255031"/>
                </a:cubicBezTo>
                <a:cubicBezTo>
                  <a:pt x="0" y="255031"/>
                  <a:pt x="255031" y="255031"/>
                  <a:pt x="255031" y="255031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20" name="Freeform"/>
          <p:cNvSpPr/>
          <p:nvPr/>
        </p:nvSpPr>
        <p:spPr>
          <a:xfrm>
            <a:off x="4461157" y="3194685"/>
            <a:ext cx="461486" cy="340042"/>
          </a:xfrm>
          <a:custGeom>
            <a:avLst/>
            <a:gdLst/>
            <a:pathLst>
              <a:path w="461486" h="340042">
                <a:moveTo>
                  <a:pt x="0" y="194309"/>
                </a:moveTo>
                <a:cubicBezTo>
                  <a:pt x="0" y="194309"/>
                  <a:pt x="145732" y="340042"/>
                  <a:pt x="145732" y="340042"/>
                </a:cubicBezTo>
                <a:cubicBezTo>
                  <a:pt x="145732" y="340042"/>
                  <a:pt x="461486" y="0"/>
                  <a:pt x="461486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21" name="TextBox 20"/>
          <p:cNvSpPr txBox="1"/>
          <p:nvPr/>
        </p:nvSpPr>
        <p:spPr>
          <a:xfrm>
            <a:off x="3585133" y="4343400"/>
            <a:ext cx="221353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8586F"/>
                </a:solidFill>
                <a:latin typeface="Arial Black"/>
                <a:ea typeface="Segoe UI"/>
                <a:cs typeface="Segoe UI"/>
              </a:rPr>
              <a:t>Color sobre claro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5867" y="2011680"/>
            <a:ext cx="2487853" cy="30175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4155" y="2029968"/>
            <a:ext cx="2451277" cy="2980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2554" y="2514600"/>
            <a:ext cx="1554479" cy="155448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"/>
          <p:cNvSpPr/>
          <p:nvPr/>
        </p:nvSpPr>
        <p:spPr>
          <a:xfrm>
            <a:off x="7099030" y="2745343"/>
            <a:ext cx="825817" cy="1092993"/>
          </a:xfrm>
          <a:custGeom>
            <a:avLst/>
            <a:gdLst/>
            <a:pathLst>
              <a:path w="825817" h="1092993">
                <a:moveTo>
                  <a:pt x="0" y="0"/>
                </a:moveTo>
                <a:cubicBezTo>
                  <a:pt x="0" y="0"/>
                  <a:pt x="570785" y="0"/>
                  <a:pt x="570785" y="0"/>
                </a:cubicBezTo>
                <a:cubicBezTo>
                  <a:pt x="570785" y="0"/>
                  <a:pt x="825817" y="255031"/>
                  <a:pt x="825817" y="255031"/>
                </a:cubicBezTo>
                <a:cubicBezTo>
                  <a:pt x="825817" y="255031"/>
                  <a:pt x="825817" y="1092993"/>
                  <a:pt x="825817" y="1092993"/>
                </a:cubicBezTo>
                <a:cubicBezTo>
                  <a:pt x="825817" y="1092993"/>
                  <a:pt x="0" y="1092993"/>
                  <a:pt x="0" y="1092993"/>
                </a:cubicBezTo>
                <a:cubicBezTo>
                  <a:pt x="0" y="1092993"/>
                  <a:pt x="0" y="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</p:sp>
      <p:sp>
        <p:nvSpPr>
          <p:cNvPr id="26" name="Freeform"/>
          <p:cNvSpPr/>
          <p:nvPr/>
        </p:nvSpPr>
        <p:spPr>
          <a:xfrm>
            <a:off x="7669815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255031" y="255031"/>
                  <a:pt x="255031" y="255031"/>
                </a:cubicBezTo>
                <a:cubicBezTo>
                  <a:pt x="255031" y="255031"/>
                  <a:pt x="0" y="255031"/>
                  <a:pt x="0" y="255031"/>
                </a:cubicBezTo>
                <a:cubicBezTo>
                  <a:pt x="0" y="255031"/>
                  <a:pt x="0" y="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</p:sp>
      <p:sp>
        <p:nvSpPr>
          <p:cNvPr id="27" name="Freeform"/>
          <p:cNvSpPr/>
          <p:nvPr/>
        </p:nvSpPr>
        <p:spPr>
          <a:xfrm>
            <a:off x="7669815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0" y="255031"/>
                  <a:pt x="0" y="255031"/>
                </a:cubicBezTo>
                <a:cubicBezTo>
                  <a:pt x="0" y="255031"/>
                  <a:pt x="255031" y="255031"/>
                  <a:pt x="255031" y="255031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28" name="Freeform"/>
          <p:cNvSpPr/>
          <p:nvPr/>
        </p:nvSpPr>
        <p:spPr>
          <a:xfrm>
            <a:off x="7269051" y="3194685"/>
            <a:ext cx="461486" cy="340042"/>
          </a:xfrm>
          <a:custGeom>
            <a:avLst/>
            <a:gdLst/>
            <a:pathLst>
              <a:path w="461486" h="340042">
                <a:moveTo>
                  <a:pt x="0" y="194309"/>
                </a:moveTo>
                <a:cubicBezTo>
                  <a:pt x="0" y="194309"/>
                  <a:pt x="145732" y="340042"/>
                  <a:pt x="145732" y="340042"/>
                </a:cubicBezTo>
                <a:cubicBezTo>
                  <a:pt x="145732" y="340042"/>
                  <a:pt x="461486" y="0"/>
                  <a:pt x="461486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29" name="TextBox 28"/>
          <p:cNvSpPr txBox="1"/>
          <p:nvPr/>
        </p:nvSpPr>
        <p:spPr>
          <a:xfrm>
            <a:off x="6393027" y="4343400"/>
            <a:ext cx="221353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8586F"/>
                </a:solidFill>
                <a:latin typeface="Arial Black"/>
                <a:ea typeface="Segoe UI"/>
                <a:cs typeface="Segoe UI"/>
              </a:rPr>
              <a:t>Monocromo tinta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63761" y="2011680"/>
            <a:ext cx="2487853" cy="301752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82049" y="2029968"/>
            <a:ext cx="2451277" cy="2980944"/>
          </a:xfrm>
          <a:prstGeom prst="roundRect">
            <a:avLst/>
          </a:prstGeom>
          <a:solidFill>
            <a:srgbClr val="1823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0448" y="2514600"/>
            <a:ext cx="1554479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"/>
          <p:cNvSpPr/>
          <p:nvPr/>
        </p:nvSpPr>
        <p:spPr>
          <a:xfrm>
            <a:off x="9906923" y="2745343"/>
            <a:ext cx="825817" cy="1092993"/>
          </a:xfrm>
          <a:custGeom>
            <a:avLst/>
            <a:gdLst/>
            <a:pathLst>
              <a:path w="825817" h="1092993">
                <a:moveTo>
                  <a:pt x="0" y="0"/>
                </a:moveTo>
                <a:cubicBezTo>
                  <a:pt x="0" y="0"/>
                  <a:pt x="570785" y="0"/>
                  <a:pt x="570785" y="0"/>
                </a:cubicBezTo>
                <a:cubicBezTo>
                  <a:pt x="570785" y="0"/>
                  <a:pt x="825817" y="255031"/>
                  <a:pt x="825817" y="255031"/>
                </a:cubicBezTo>
                <a:cubicBezTo>
                  <a:pt x="825817" y="255031"/>
                  <a:pt x="825817" y="1092993"/>
                  <a:pt x="825817" y="1092993"/>
                </a:cubicBezTo>
                <a:cubicBezTo>
                  <a:pt x="825817" y="1092993"/>
                  <a:pt x="0" y="1092993"/>
                  <a:pt x="0" y="1092993"/>
                </a:cubicBezTo>
                <a:cubicBezTo>
                  <a:pt x="0" y="1092993"/>
                  <a:pt x="0" y="0"/>
                  <a:pt x="0" y="0"/>
                </a:cubicBezTo>
                <a:close/>
              </a:path>
            </a:pathLst>
          </a:custGeom>
          <a:solidFill>
            <a:srgbClr val="18233A"/>
          </a:solidFill>
          <a:ln w="12700">
            <a:noFill/>
          </a:ln>
        </p:spPr>
      </p:sp>
      <p:sp>
        <p:nvSpPr>
          <p:cNvPr id="34" name="Freeform"/>
          <p:cNvSpPr/>
          <p:nvPr/>
        </p:nvSpPr>
        <p:spPr>
          <a:xfrm>
            <a:off x="10477709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255031" y="255031"/>
                  <a:pt x="255031" y="255031"/>
                </a:cubicBezTo>
                <a:cubicBezTo>
                  <a:pt x="255031" y="255031"/>
                  <a:pt x="0" y="255031"/>
                  <a:pt x="0" y="255031"/>
                </a:cubicBezTo>
                <a:cubicBezTo>
                  <a:pt x="0" y="255031"/>
                  <a:pt x="0" y="0"/>
                  <a:pt x="0" y="0"/>
                </a:cubicBezTo>
                <a:close/>
              </a:path>
            </a:pathLst>
          </a:custGeom>
          <a:solidFill>
            <a:srgbClr val="18233A"/>
          </a:solidFill>
          <a:ln w="12700">
            <a:noFill/>
          </a:ln>
        </p:spPr>
      </p:sp>
      <p:sp>
        <p:nvSpPr>
          <p:cNvPr id="35" name="Freeform"/>
          <p:cNvSpPr/>
          <p:nvPr/>
        </p:nvSpPr>
        <p:spPr>
          <a:xfrm>
            <a:off x="10477709" y="2745343"/>
            <a:ext cx="255031" cy="255031"/>
          </a:xfrm>
          <a:custGeom>
            <a:avLst/>
            <a:gdLst/>
            <a:pathLst>
              <a:path w="255031" h="255031">
                <a:moveTo>
                  <a:pt x="0" y="0"/>
                </a:moveTo>
                <a:cubicBezTo>
                  <a:pt x="0" y="0"/>
                  <a:pt x="0" y="255031"/>
                  <a:pt x="0" y="255031"/>
                </a:cubicBezTo>
                <a:cubicBezTo>
                  <a:pt x="0" y="255031"/>
                  <a:pt x="255031" y="255031"/>
                  <a:pt x="255031" y="255031"/>
                </a:cubicBezTo>
                <a:close/>
              </a:path>
            </a:pathLst>
          </a:custGeom>
          <a:noFill/>
          <a:ln w="203200" cap="square">
            <a:solidFill>
              <a:srgbClr val="FFFFFF"/>
            </a:solidFill>
          </a:ln>
        </p:spPr>
      </p:sp>
      <p:sp>
        <p:nvSpPr>
          <p:cNvPr id="36" name="Freeform"/>
          <p:cNvSpPr/>
          <p:nvPr/>
        </p:nvSpPr>
        <p:spPr>
          <a:xfrm>
            <a:off x="10076945" y="3194685"/>
            <a:ext cx="461486" cy="340042"/>
          </a:xfrm>
          <a:custGeom>
            <a:avLst/>
            <a:gdLst/>
            <a:pathLst>
              <a:path w="461486" h="340042">
                <a:moveTo>
                  <a:pt x="0" y="194309"/>
                </a:moveTo>
                <a:cubicBezTo>
                  <a:pt x="0" y="194309"/>
                  <a:pt x="145732" y="340042"/>
                  <a:pt x="145732" y="340042"/>
                </a:cubicBezTo>
                <a:cubicBezTo>
                  <a:pt x="145732" y="340042"/>
                  <a:pt x="461486" y="0"/>
                  <a:pt x="461486" y="0"/>
                </a:cubicBezTo>
                <a:close/>
              </a:path>
            </a:pathLst>
          </a:custGeom>
          <a:noFill/>
          <a:ln w="558800" cap="square">
            <a:solidFill>
              <a:srgbClr val="FFFFFF"/>
            </a:solidFill>
          </a:ln>
        </p:spPr>
      </p:sp>
      <p:sp>
        <p:nvSpPr>
          <p:cNvPr id="37" name="TextBox 36"/>
          <p:cNvSpPr txBox="1"/>
          <p:nvPr/>
        </p:nvSpPr>
        <p:spPr>
          <a:xfrm>
            <a:off x="9200921" y="4343400"/>
            <a:ext cx="221353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FC0DC"/>
                </a:solidFill>
                <a:latin typeface="Arial Black"/>
                <a:ea typeface="Segoe UI"/>
                <a:cs typeface="Segoe UI"/>
              </a:rPr>
              <a:t>Monocromo blanco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Mantén siempre el contraste: el oro solo sobre tinta/azul, o texto oscuro sobre el oro.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8233A"/>
                </a:solidFill>
                <a:latin typeface="Arial Black"/>
                <a:ea typeface="Segoe UI"/>
                <a:cs typeface="Segoe UI"/>
              </a:rPr>
              <a:t>Lockups y área de resguardo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97280"/>
            <a:ext cx="1234440" cy="50292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Combinaciones oficiales y usos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7182916" cy="201168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7146340" cy="197510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084831"/>
            <a:ext cx="1325880" cy="1325879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"/>
          <p:cNvSpPr/>
          <p:nvPr/>
        </p:nvSpPr>
        <p:spPr>
          <a:xfrm>
            <a:off x="1235511" y="2281642"/>
            <a:ext cx="704373" cy="932259"/>
          </a:xfrm>
          <a:custGeom>
            <a:avLst/>
            <a:gdLst/>
            <a:pathLst>
              <a:path w="704373" h="932259">
                <a:moveTo>
                  <a:pt x="0" y="0"/>
                </a:moveTo>
                <a:cubicBezTo>
                  <a:pt x="0" y="0"/>
                  <a:pt x="486846" y="0"/>
                  <a:pt x="486846" y="0"/>
                </a:cubicBezTo>
                <a:cubicBezTo>
                  <a:pt x="486846" y="0"/>
                  <a:pt x="704373" y="217527"/>
                  <a:pt x="704373" y="217527"/>
                </a:cubicBezTo>
                <a:cubicBezTo>
                  <a:pt x="704373" y="217527"/>
                  <a:pt x="704373" y="932259"/>
                  <a:pt x="704373" y="932259"/>
                </a:cubicBezTo>
                <a:cubicBezTo>
                  <a:pt x="704373" y="932259"/>
                  <a:pt x="0" y="932259"/>
                  <a:pt x="0" y="932259"/>
                </a:cubicBezTo>
                <a:cubicBezTo>
                  <a:pt x="0" y="932259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10" name="Freeform"/>
          <p:cNvSpPr/>
          <p:nvPr/>
        </p:nvSpPr>
        <p:spPr>
          <a:xfrm>
            <a:off x="1722358" y="2281642"/>
            <a:ext cx="217527" cy="217527"/>
          </a:xfrm>
          <a:custGeom>
            <a:avLst/>
            <a:gdLst/>
            <a:pathLst>
              <a:path w="217527" h="217527">
                <a:moveTo>
                  <a:pt x="0" y="0"/>
                </a:moveTo>
                <a:cubicBezTo>
                  <a:pt x="0" y="0"/>
                  <a:pt x="217527" y="217527"/>
                  <a:pt x="217527" y="217527"/>
                </a:cubicBezTo>
                <a:cubicBezTo>
                  <a:pt x="217527" y="217527"/>
                  <a:pt x="0" y="217527"/>
                  <a:pt x="0" y="217527"/>
                </a:cubicBezTo>
                <a:cubicBezTo>
                  <a:pt x="0" y="217527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11" name="Freeform"/>
          <p:cNvSpPr/>
          <p:nvPr/>
        </p:nvSpPr>
        <p:spPr>
          <a:xfrm>
            <a:off x="1722358" y="2281642"/>
            <a:ext cx="217527" cy="217527"/>
          </a:xfrm>
          <a:custGeom>
            <a:avLst/>
            <a:gdLst/>
            <a:pathLst>
              <a:path w="217527" h="217527">
                <a:moveTo>
                  <a:pt x="0" y="0"/>
                </a:moveTo>
                <a:cubicBezTo>
                  <a:pt x="0" y="0"/>
                  <a:pt x="0" y="217527"/>
                  <a:pt x="0" y="217527"/>
                </a:cubicBezTo>
                <a:cubicBezTo>
                  <a:pt x="0" y="217527"/>
                  <a:pt x="217527" y="217527"/>
                  <a:pt x="217527" y="217527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12" name="Freeform"/>
          <p:cNvSpPr/>
          <p:nvPr/>
        </p:nvSpPr>
        <p:spPr>
          <a:xfrm>
            <a:off x="1380529" y="2664904"/>
            <a:ext cx="393620" cy="290036"/>
          </a:xfrm>
          <a:custGeom>
            <a:avLst/>
            <a:gdLst/>
            <a:pathLst>
              <a:path w="393620" h="290036">
                <a:moveTo>
                  <a:pt x="0" y="165734"/>
                </a:moveTo>
                <a:cubicBezTo>
                  <a:pt x="0" y="165734"/>
                  <a:pt x="124301" y="290036"/>
                  <a:pt x="124301" y="290036"/>
                </a:cubicBezTo>
                <a:cubicBezTo>
                  <a:pt x="124301" y="290036"/>
                  <a:pt x="393620" y="0"/>
                  <a:pt x="393620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13" name="TextBox 12"/>
          <p:cNvSpPr txBox="1"/>
          <p:nvPr/>
        </p:nvSpPr>
        <p:spPr>
          <a:xfrm>
            <a:off x="2377439" y="221284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EDUVIAGT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5" y="27980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E6E9E"/>
                </a:solidFill>
                <a:latin typeface="Segoe UI"/>
                <a:ea typeface="Segoe UI"/>
                <a:cs typeface="Segoe UI"/>
              </a:rPr>
              <a:t>Sistema Integral de Gestión de Becas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4015" y="31272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MINISTERIO DE EDUCACIÓN · GUATEMALA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4813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Lockup horizontal (principal)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316" y="1737360"/>
            <a:ext cx="3454298" cy="2011680"/>
          </a:xfrm>
          <a:prstGeom prst="roundRect">
            <a:avLst/>
          </a:prstGeom>
          <a:solidFill>
            <a:srgbClr val="1823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52965" y="1993392"/>
            <a:ext cx="114300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"/>
          <p:cNvSpPr/>
          <p:nvPr/>
        </p:nvSpPr>
        <p:spPr>
          <a:xfrm>
            <a:off x="9529786" y="2163056"/>
            <a:ext cx="607218" cy="803671"/>
          </a:xfrm>
          <a:custGeom>
            <a:avLst/>
            <a:gdLst/>
            <a:pathLst>
              <a:path w="607218" h="803671">
                <a:moveTo>
                  <a:pt x="0" y="0"/>
                </a:moveTo>
                <a:cubicBezTo>
                  <a:pt x="0" y="0"/>
                  <a:pt x="419694" y="0"/>
                  <a:pt x="419694" y="0"/>
                </a:cubicBezTo>
                <a:cubicBezTo>
                  <a:pt x="419694" y="0"/>
                  <a:pt x="607218" y="187523"/>
                  <a:pt x="607218" y="187523"/>
                </a:cubicBezTo>
                <a:cubicBezTo>
                  <a:pt x="607218" y="187523"/>
                  <a:pt x="607218" y="803671"/>
                  <a:pt x="607218" y="803671"/>
                </a:cubicBezTo>
                <a:cubicBezTo>
                  <a:pt x="607218" y="803671"/>
                  <a:pt x="0" y="803671"/>
                  <a:pt x="0" y="803671"/>
                </a:cubicBezTo>
                <a:cubicBezTo>
                  <a:pt x="0" y="803671"/>
                  <a:pt x="0" y="0"/>
                  <a:pt x="0" y="0"/>
                </a:cubicBezTo>
                <a:close/>
              </a:path>
            </a:pathLst>
          </a:custGeom>
          <a:solidFill>
            <a:srgbClr val="18233A"/>
          </a:solidFill>
          <a:ln w="12700">
            <a:noFill/>
          </a:ln>
        </p:spPr>
      </p:sp>
      <p:sp>
        <p:nvSpPr>
          <p:cNvPr id="20" name="Freeform"/>
          <p:cNvSpPr/>
          <p:nvPr/>
        </p:nvSpPr>
        <p:spPr>
          <a:xfrm>
            <a:off x="9949481" y="2163056"/>
            <a:ext cx="187523" cy="187523"/>
          </a:xfrm>
          <a:custGeom>
            <a:avLst/>
            <a:gdLst/>
            <a:pathLst>
              <a:path w="187523" h="187523">
                <a:moveTo>
                  <a:pt x="0" y="0"/>
                </a:moveTo>
                <a:cubicBezTo>
                  <a:pt x="0" y="0"/>
                  <a:pt x="187523" y="187523"/>
                  <a:pt x="187523" y="187523"/>
                </a:cubicBezTo>
                <a:cubicBezTo>
                  <a:pt x="187523" y="187523"/>
                  <a:pt x="0" y="187523"/>
                  <a:pt x="0" y="187523"/>
                </a:cubicBezTo>
                <a:cubicBezTo>
                  <a:pt x="0" y="187523"/>
                  <a:pt x="0" y="0"/>
                  <a:pt x="0" y="0"/>
                </a:cubicBezTo>
                <a:close/>
              </a:path>
            </a:pathLst>
          </a:custGeom>
          <a:solidFill>
            <a:srgbClr val="18233A"/>
          </a:solidFill>
          <a:ln w="12700">
            <a:noFill/>
          </a:ln>
        </p:spPr>
      </p:sp>
      <p:sp>
        <p:nvSpPr>
          <p:cNvPr id="21" name="Freeform"/>
          <p:cNvSpPr/>
          <p:nvPr/>
        </p:nvSpPr>
        <p:spPr>
          <a:xfrm>
            <a:off x="9949481" y="2163056"/>
            <a:ext cx="187523" cy="187523"/>
          </a:xfrm>
          <a:custGeom>
            <a:avLst/>
            <a:gdLst/>
            <a:pathLst>
              <a:path w="187523" h="187523">
                <a:moveTo>
                  <a:pt x="0" y="0"/>
                </a:moveTo>
                <a:cubicBezTo>
                  <a:pt x="0" y="0"/>
                  <a:pt x="0" y="187523"/>
                  <a:pt x="0" y="187523"/>
                </a:cubicBezTo>
                <a:cubicBezTo>
                  <a:pt x="0" y="187523"/>
                  <a:pt x="187523" y="187523"/>
                  <a:pt x="187523" y="187523"/>
                </a:cubicBezTo>
                <a:close/>
              </a:path>
            </a:pathLst>
          </a:custGeom>
          <a:noFill/>
          <a:ln w="203200" cap="square">
            <a:solidFill>
              <a:srgbClr val="FFFFFF"/>
            </a:solidFill>
          </a:ln>
        </p:spPr>
      </p:sp>
      <p:sp>
        <p:nvSpPr>
          <p:cNvPr id="22" name="Freeform"/>
          <p:cNvSpPr/>
          <p:nvPr/>
        </p:nvSpPr>
        <p:spPr>
          <a:xfrm>
            <a:off x="9654801" y="2493454"/>
            <a:ext cx="339328" cy="250031"/>
          </a:xfrm>
          <a:custGeom>
            <a:avLst/>
            <a:gdLst/>
            <a:pathLst>
              <a:path w="339328" h="250031">
                <a:moveTo>
                  <a:pt x="0" y="142874"/>
                </a:moveTo>
                <a:cubicBezTo>
                  <a:pt x="0" y="142874"/>
                  <a:pt x="107156" y="250031"/>
                  <a:pt x="107156" y="250031"/>
                </a:cubicBezTo>
                <a:cubicBezTo>
                  <a:pt x="107156" y="250031"/>
                  <a:pt x="339328" y="0"/>
                  <a:pt x="339328" y="0"/>
                </a:cubicBezTo>
                <a:close/>
              </a:path>
            </a:pathLst>
          </a:custGeom>
          <a:noFill/>
          <a:ln w="558800" cap="square">
            <a:solidFill>
              <a:srgbClr val="FFFFFF"/>
            </a:solidFill>
          </a:ln>
        </p:spPr>
      </p:sp>
      <p:sp>
        <p:nvSpPr>
          <p:cNvPr id="23" name="TextBox 22"/>
          <p:cNvSpPr txBox="1"/>
          <p:nvPr/>
        </p:nvSpPr>
        <p:spPr>
          <a:xfrm>
            <a:off x="8097316" y="3200400"/>
            <a:ext cx="345429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FC0DC"/>
                </a:solidFill>
                <a:latin typeface="Segoe UI"/>
                <a:ea typeface="Segoe UI"/>
                <a:cs typeface="Segoe UI"/>
              </a:rPr>
              <a:t>Solo isotipo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7316" y="1481328"/>
            <a:ext cx="34542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Color / monocromo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31920"/>
            <a:ext cx="3454298" cy="237744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3950207"/>
            <a:ext cx="3417722" cy="2340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81429" y="4114800"/>
            <a:ext cx="1371600" cy="13716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"/>
          <p:cNvSpPr/>
          <p:nvPr/>
        </p:nvSpPr>
        <p:spPr>
          <a:xfrm>
            <a:off x="2013613" y="4318396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29" name="Freeform"/>
          <p:cNvSpPr/>
          <p:nvPr/>
        </p:nvSpPr>
        <p:spPr>
          <a:xfrm>
            <a:off x="2517247" y="4318396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30" name="Freeform"/>
          <p:cNvSpPr/>
          <p:nvPr/>
        </p:nvSpPr>
        <p:spPr>
          <a:xfrm>
            <a:off x="2517247" y="4318396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31" name="Freeform"/>
          <p:cNvSpPr/>
          <p:nvPr/>
        </p:nvSpPr>
        <p:spPr>
          <a:xfrm>
            <a:off x="2163632" y="4714875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32" name="TextBox 31"/>
          <p:cNvSpPr txBox="1"/>
          <p:nvPr/>
        </p:nvSpPr>
        <p:spPr>
          <a:xfrm>
            <a:off x="777240" y="5596128"/>
            <a:ext cx="31799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D63"/>
                </a:solidFill>
                <a:latin typeface="Arial Black"/>
                <a:ea typeface="Segoe UI"/>
                <a:cs typeface="Segoe UI"/>
              </a:rPr>
              <a:t>EDUVIAGT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675887"/>
            <a:ext cx="34542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Lockup vertical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68698" y="3931920"/>
            <a:ext cx="3454298" cy="237744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86986" y="3950207"/>
            <a:ext cx="3417722" cy="2340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72887" y="4160520"/>
            <a:ext cx="1645919" cy="18288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72887" y="5806440"/>
            <a:ext cx="1645919" cy="18288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72887" y="4160520"/>
            <a:ext cx="18288" cy="1645919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18807" y="4160520"/>
            <a:ext cx="18288" cy="1645919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47207" y="4434840"/>
            <a:ext cx="1097280" cy="109728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"/>
          <p:cNvSpPr/>
          <p:nvPr/>
        </p:nvSpPr>
        <p:spPr>
          <a:xfrm>
            <a:off x="5812955" y="4597717"/>
            <a:ext cx="582929" cy="771525"/>
          </a:xfrm>
          <a:custGeom>
            <a:avLst/>
            <a:gdLst/>
            <a:pathLst>
              <a:path w="582929" h="771525">
                <a:moveTo>
                  <a:pt x="0" y="0"/>
                </a:moveTo>
                <a:cubicBezTo>
                  <a:pt x="0" y="0"/>
                  <a:pt x="402906" y="0"/>
                  <a:pt x="402906" y="0"/>
                </a:cubicBezTo>
                <a:cubicBezTo>
                  <a:pt x="402906" y="0"/>
                  <a:pt x="582929" y="180022"/>
                  <a:pt x="582929" y="180022"/>
                </a:cubicBezTo>
                <a:cubicBezTo>
                  <a:pt x="582929" y="180022"/>
                  <a:pt x="582929" y="771525"/>
                  <a:pt x="582929" y="771525"/>
                </a:cubicBezTo>
                <a:cubicBezTo>
                  <a:pt x="582929" y="771525"/>
                  <a:pt x="0" y="771525"/>
                  <a:pt x="0" y="771525"/>
                </a:cubicBezTo>
                <a:cubicBezTo>
                  <a:pt x="0" y="771525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42" name="Freeform"/>
          <p:cNvSpPr/>
          <p:nvPr/>
        </p:nvSpPr>
        <p:spPr>
          <a:xfrm>
            <a:off x="6215862" y="4597717"/>
            <a:ext cx="180022" cy="180022"/>
          </a:xfrm>
          <a:custGeom>
            <a:avLst/>
            <a:gdLst/>
            <a:pathLst>
              <a:path w="180022" h="180022">
                <a:moveTo>
                  <a:pt x="0" y="0"/>
                </a:moveTo>
                <a:cubicBezTo>
                  <a:pt x="0" y="0"/>
                  <a:pt x="180022" y="180022"/>
                  <a:pt x="180022" y="180022"/>
                </a:cubicBezTo>
                <a:cubicBezTo>
                  <a:pt x="180022" y="180022"/>
                  <a:pt x="0" y="180022"/>
                  <a:pt x="0" y="180022"/>
                </a:cubicBezTo>
                <a:cubicBezTo>
                  <a:pt x="0" y="180022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43" name="Freeform"/>
          <p:cNvSpPr/>
          <p:nvPr/>
        </p:nvSpPr>
        <p:spPr>
          <a:xfrm>
            <a:off x="6215862" y="4597717"/>
            <a:ext cx="180022" cy="180022"/>
          </a:xfrm>
          <a:custGeom>
            <a:avLst/>
            <a:gdLst/>
            <a:pathLst>
              <a:path w="180022" h="180022">
                <a:moveTo>
                  <a:pt x="0" y="0"/>
                </a:moveTo>
                <a:cubicBezTo>
                  <a:pt x="0" y="0"/>
                  <a:pt x="0" y="180022"/>
                  <a:pt x="0" y="180022"/>
                </a:cubicBezTo>
                <a:cubicBezTo>
                  <a:pt x="0" y="180022"/>
                  <a:pt x="180022" y="180022"/>
                  <a:pt x="180022" y="180022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44" name="Freeform"/>
          <p:cNvSpPr/>
          <p:nvPr/>
        </p:nvSpPr>
        <p:spPr>
          <a:xfrm>
            <a:off x="5932970" y="4914900"/>
            <a:ext cx="325755" cy="240029"/>
          </a:xfrm>
          <a:custGeom>
            <a:avLst/>
            <a:gdLst/>
            <a:pathLst>
              <a:path w="325755" h="240029">
                <a:moveTo>
                  <a:pt x="0" y="137159"/>
                </a:moveTo>
                <a:cubicBezTo>
                  <a:pt x="0" y="137159"/>
                  <a:pt x="102869" y="240029"/>
                  <a:pt x="102869" y="240029"/>
                </a:cubicBezTo>
                <a:cubicBezTo>
                  <a:pt x="102869" y="240029"/>
                  <a:pt x="325755" y="0"/>
                  <a:pt x="325755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45" name="TextBox 44"/>
          <p:cNvSpPr txBox="1"/>
          <p:nvPr/>
        </p:nvSpPr>
        <p:spPr>
          <a:xfrm>
            <a:off x="4368698" y="3675887"/>
            <a:ext cx="34542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Área de resguardo = 0.5×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68698" y="5943600"/>
            <a:ext cx="345429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Nada entra en el marco dorado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97316" y="3931920"/>
            <a:ext cx="3454298" cy="237744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15604" y="3950207"/>
            <a:ext cx="3417722" cy="23408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00236" y="4983480"/>
            <a:ext cx="457200" cy="4572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"/>
          <p:cNvSpPr/>
          <p:nvPr/>
        </p:nvSpPr>
        <p:spPr>
          <a:xfrm>
            <a:off x="8710964" y="5051345"/>
            <a:ext cx="242887" cy="321468"/>
          </a:xfrm>
          <a:custGeom>
            <a:avLst/>
            <a:gdLst/>
            <a:pathLst>
              <a:path w="242887" h="321468">
                <a:moveTo>
                  <a:pt x="0" y="0"/>
                </a:moveTo>
                <a:cubicBezTo>
                  <a:pt x="0" y="0"/>
                  <a:pt x="167877" y="0"/>
                  <a:pt x="167877" y="0"/>
                </a:cubicBezTo>
                <a:cubicBezTo>
                  <a:pt x="167877" y="0"/>
                  <a:pt x="242887" y="75009"/>
                  <a:pt x="242887" y="75009"/>
                </a:cubicBezTo>
                <a:cubicBezTo>
                  <a:pt x="242887" y="75009"/>
                  <a:pt x="242887" y="321468"/>
                  <a:pt x="242887" y="321468"/>
                </a:cubicBezTo>
                <a:cubicBezTo>
                  <a:pt x="242887" y="321468"/>
                  <a:pt x="0" y="321468"/>
                  <a:pt x="0" y="321468"/>
                </a:cubicBezTo>
                <a:cubicBezTo>
                  <a:pt x="0" y="321468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51" name="Freeform"/>
          <p:cNvSpPr/>
          <p:nvPr/>
        </p:nvSpPr>
        <p:spPr>
          <a:xfrm>
            <a:off x="8878843" y="5051345"/>
            <a:ext cx="75009" cy="75009"/>
          </a:xfrm>
          <a:custGeom>
            <a:avLst/>
            <a:gdLst/>
            <a:pathLst>
              <a:path w="75009" h="75009">
                <a:moveTo>
                  <a:pt x="0" y="0"/>
                </a:moveTo>
                <a:cubicBezTo>
                  <a:pt x="0" y="0"/>
                  <a:pt x="75009" y="75009"/>
                  <a:pt x="75009" y="75009"/>
                </a:cubicBezTo>
                <a:cubicBezTo>
                  <a:pt x="75009" y="75009"/>
                  <a:pt x="0" y="75009"/>
                  <a:pt x="0" y="75009"/>
                </a:cubicBezTo>
                <a:cubicBezTo>
                  <a:pt x="0" y="75009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52" name="Freeform"/>
          <p:cNvSpPr/>
          <p:nvPr/>
        </p:nvSpPr>
        <p:spPr>
          <a:xfrm>
            <a:off x="8878843" y="5051345"/>
            <a:ext cx="75009" cy="75009"/>
          </a:xfrm>
          <a:custGeom>
            <a:avLst/>
            <a:gdLst/>
            <a:pathLst>
              <a:path w="75009" h="75009">
                <a:moveTo>
                  <a:pt x="0" y="0"/>
                </a:moveTo>
                <a:cubicBezTo>
                  <a:pt x="0" y="0"/>
                  <a:pt x="0" y="75009"/>
                  <a:pt x="0" y="75009"/>
                </a:cubicBezTo>
                <a:cubicBezTo>
                  <a:pt x="0" y="75009"/>
                  <a:pt x="75009" y="75009"/>
                  <a:pt x="75009" y="75009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53" name="Freeform"/>
          <p:cNvSpPr/>
          <p:nvPr/>
        </p:nvSpPr>
        <p:spPr>
          <a:xfrm>
            <a:off x="8760971" y="5183505"/>
            <a:ext cx="135731" cy="100012"/>
          </a:xfrm>
          <a:custGeom>
            <a:avLst/>
            <a:gdLst/>
            <a:pathLst>
              <a:path w="135731" h="100012">
                <a:moveTo>
                  <a:pt x="0" y="57149"/>
                </a:moveTo>
                <a:cubicBezTo>
                  <a:pt x="0" y="57149"/>
                  <a:pt x="42862" y="100012"/>
                  <a:pt x="42862" y="100012"/>
                </a:cubicBezTo>
                <a:cubicBezTo>
                  <a:pt x="42862" y="100012"/>
                  <a:pt x="135731" y="0"/>
                  <a:pt x="135731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54" name="TextBox 53"/>
          <p:cNvSpPr txBox="1"/>
          <p:nvPr/>
        </p:nvSpPr>
        <p:spPr>
          <a:xfrm>
            <a:off x="8280196" y="5513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48 px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06076" y="5212080"/>
            <a:ext cx="228600" cy="2286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"/>
          <p:cNvSpPr/>
          <p:nvPr/>
        </p:nvSpPr>
        <p:spPr>
          <a:xfrm>
            <a:off x="9661440" y="5246012"/>
            <a:ext cx="121443" cy="160734"/>
          </a:xfrm>
          <a:custGeom>
            <a:avLst/>
            <a:gdLst/>
            <a:pathLst>
              <a:path w="121443" h="160734">
                <a:moveTo>
                  <a:pt x="0" y="0"/>
                </a:moveTo>
                <a:cubicBezTo>
                  <a:pt x="0" y="0"/>
                  <a:pt x="83938" y="0"/>
                  <a:pt x="83938" y="0"/>
                </a:cubicBezTo>
                <a:cubicBezTo>
                  <a:pt x="83938" y="0"/>
                  <a:pt x="121443" y="37504"/>
                  <a:pt x="121443" y="37504"/>
                </a:cubicBezTo>
                <a:cubicBezTo>
                  <a:pt x="121443" y="37504"/>
                  <a:pt x="121443" y="160734"/>
                  <a:pt x="121443" y="160734"/>
                </a:cubicBezTo>
                <a:cubicBezTo>
                  <a:pt x="121443" y="160734"/>
                  <a:pt x="0" y="160734"/>
                  <a:pt x="0" y="160734"/>
                </a:cubicBezTo>
                <a:cubicBezTo>
                  <a:pt x="0" y="160734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57" name="Freeform"/>
          <p:cNvSpPr/>
          <p:nvPr/>
        </p:nvSpPr>
        <p:spPr>
          <a:xfrm>
            <a:off x="9745379" y="5246012"/>
            <a:ext cx="37504" cy="37504"/>
          </a:xfrm>
          <a:custGeom>
            <a:avLst/>
            <a:gdLst/>
            <a:pathLst>
              <a:path w="37504" h="37504">
                <a:moveTo>
                  <a:pt x="0" y="0"/>
                </a:moveTo>
                <a:cubicBezTo>
                  <a:pt x="0" y="0"/>
                  <a:pt x="37504" y="37504"/>
                  <a:pt x="37504" y="37504"/>
                </a:cubicBezTo>
                <a:cubicBezTo>
                  <a:pt x="37504" y="37504"/>
                  <a:pt x="0" y="37504"/>
                  <a:pt x="0" y="37504"/>
                </a:cubicBezTo>
                <a:cubicBezTo>
                  <a:pt x="0" y="37504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58" name="Freeform"/>
          <p:cNvSpPr/>
          <p:nvPr/>
        </p:nvSpPr>
        <p:spPr>
          <a:xfrm>
            <a:off x="9745379" y="5246012"/>
            <a:ext cx="37504" cy="37504"/>
          </a:xfrm>
          <a:custGeom>
            <a:avLst/>
            <a:gdLst/>
            <a:pathLst>
              <a:path w="37504" h="37504">
                <a:moveTo>
                  <a:pt x="0" y="0"/>
                </a:moveTo>
                <a:cubicBezTo>
                  <a:pt x="0" y="0"/>
                  <a:pt x="0" y="37504"/>
                  <a:pt x="0" y="37504"/>
                </a:cubicBezTo>
                <a:cubicBezTo>
                  <a:pt x="0" y="37504"/>
                  <a:pt x="37504" y="37504"/>
                  <a:pt x="37504" y="37504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59" name="Freeform"/>
          <p:cNvSpPr/>
          <p:nvPr/>
        </p:nvSpPr>
        <p:spPr>
          <a:xfrm>
            <a:off x="9686443" y="5312092"/>
            <a:ext cx="67865" cy="50006"/>
          </a:xfrm>
          <a:custGeom>
            <a:avLst/>
            <a:gdLst/>
            <a:pathLst>
              <a:path w="67865" h="50006">
                <a:moveTo>
                  <a:pt x="0" y="28574"/>
                </a:moveTo>
                <a:cubicBezTo>
                  <a:pt x="0" y="28574"/>
                  <a:pt x="21431" y="50006"/>
                  <a:pt x="21431" y="50006"/>
                </a:cubicBezTo>
                <a:cubicBezTo>
                  <a:pt x="21431" y="50006"/>
                  <a:pt x="67865" y="0"/>
                  <a:pt x="67865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60" name="TextBox 59"/>
          <p:cNvSpPr txBox="1"/>
          <p:nvPr/>
        </p:nvSpPr>
        <p:spPr>
          <a:xfrm>
            <a:off x="9286036" y="5513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24 px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11916" y="5287975"/>
            <a:ext cx="152704" cy="152704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"/>
          <p:cNvSpPr/>
          <p:nvPr/>
        </p:nvSpPr>
        <p:spPr>
          <a:xfrm>
            <a:off x="10633390" y="5302291"/>
            <a:ext cx="109756" cy="124072"/>
          </a:xfrm>
          <a:custGeom>
            <a:avLst/>
            <a:gdLst/>
            <a:pathLst>
              <a:path w="109756" h="124072">
                <a:moveTo>
                  <a:pt x="0" y="0"/>
                </a:moveTo>
                <a:cubicBezTo>
                  <a:pt x="0" y="0"/>
                  <a:pt x="76352" y="0"/>
                  <a:pt x="76352" y="0"/>
                </a:cubicBezTo>
                <a:cubicBezTo>
                  <a:pt x="76352" y="0"/>
                  <a:pt x="109756" y="33403"/>
                  <a:pt x="109756" y="33403"/>
                </a:cubicBezTo>
                <a:cubicBezTo>
                  <a:pt x="109756" y="33403"/>
                  <a:pt x="109756" y="124072"/>
                  <a:pt x="109756" y="124072"/>
                </a:cubicBezTo>
                <a:cubicBezTo>
                  <a:pt x="109756" y="124072"/>
                  <a:pt x="0" y="124072"/>
                  <a:pt x="0" y="124072"/>
                </a:cubicBezTo>
                <a:cubicBezTo>
                  <a:pt x="0" y="124072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63" name="Freeform"/>
          <p:cNvSpPr/>
          <p:nvPr/>
        </p:nvSpPr>
        <p:spPr>
          <a:xfrm>
            <a:off x="10709743" y="5302291"/>
            <a:ext cx="33404" cy="33404"/>
          </a:xfrm>
          <a:custGeom>
            <a:avLst/>
            <a:gdLst/>
            <a:pathLst>
              <a:path w="33404" h="33404">
                <a:moveTo>
                  <a:pt x="0" y="0"/>
                </a:moveTo>
                <a:cubicBezTo>
                  <a:pt x="0" y="0"/>
                  <a:pt x="33404" y="33404"/>
                  <a:pt x="33404" y="33404"/>
                </a:cubicBezTo>
                <a:cubicBezTo>
                  <a:pt x="33404" y="33404"/>
                  <a:pt x="0" y="33404"/>
                  <a:pt x="0" y="33404"/>
                </a:cubicBezTo>
                <a:cubicBezTo>
                  <a:pt x="0" y="33404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64" name="TextBox 63"/>
          <p:cNvSpPr txBox="1"/>
          <p:nvPr/>
        </p:nvSpPr>
        <p:spPr>
          <a:xfrm>
            <a:off x="10291876" y="5513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16 px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7316" y="3675887"/>
            <a:ext cx="34542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Tamaños mínimos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7316" y="5943600"/>
            <a:ext cx="345429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16 px usa el favicon simplificado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8233A"/>
                </a:solidFill>
                <a:latin typeface="Arial Black"/>
                <a:ea typeface="Segoe UI"/>
                <a:cs typeface="Segoe UI"/>
              </a:rPr>
              <a:t>Usos incorrectos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97280"/>
            <a:ext cx="1234440" cy="50292"/>
          </a:xfrm>
          <a:prstGeom prst="rect">
            <a:avLst/>
          </a:prstGeom>
          <a:solidFill>
            <a:srgbClr val="D4A7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8586F"/>
                </a:solidFill>
                <a:latin typeface="Segoe UI"/>
                <a:ea typeface="Segoe UI"/>
                <a:cs typeface="Segoe UI"/>
              </a:rPr>
              <a:t>Qué evitar para proteger la marca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81429" y="1773935"/>
            <a:ext cx="1371600" cy="932688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"/>
          <p:cNvSpPr/>
          <p:nvPr/>
        </p:nvSpPr>
        <p:spPr>
          <a:xfrm>
            <a:off x="2013613" y="1912381"/>
            <a:ext cx="728662" cy="655796"/>
          </a:xfrm>
          <a:custGeom>
            <a:avLst/>
            <a:gdLst/>
            <a:pathLst>
              <a:path w="728662" h="65579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153019"/>
                  <a:pt x="728662" y="153019"/>
                </a:cubicBezTo>
                <a:cubicBezTo>
                  <a:pt x="728662" y="153019"/>
                  <a:pt x="728662" y="655796"/>
                  <a:pt x="728662" y="655796"/>
                </a:cubicBezTo>
                <a:cubicBezTo>
                  <a:pt x="728662" y="655796"/>
                  <a:pt x="0" y="655796"/>
                  <a:pt x="0" y="655796"/>
                </a:cubicBezTo>
                <a:cubicBezTo>
                  <a:pt x="0" y="655796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10" name="Freeform"/>
          <p:cNvSpPr/>
          <p:nvPr/>
        </p:nvSpPr>
        <p:spPr>
          <a:xfrm>
            <a:off x="2517247" y="1912381"/>
            <a:ext cx="225028" cy="153019"/>
          </a:xfrm>
          <a:custGeom>
            <a:avLst/>
            <a:gdLst/>
            <a:pathLst>
              <a:path w="225028" h="153019">
                <a:moveTo>
                  <a:pt x="0" y="0"/>
                </a:moveTo>
                <a:cubicBezTo>
                  <a:pt x="0" y="0"/>
                  <a:pt x="225028" y="153019"/>
                  <a:pt x="225028" y="153019"/>
                </a:cubicBezTo>
                <a:cubicBezTo>
                  <a:pt x="225028" y="153019"/>
                  <a:pt x="0" y="153019"/>
                  <a:pt x="0" y="153019"/>
                </a:cubicBezTo>
                <a:cubicBezTo>
                  <a:pt x="0" y="153019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11" name="Freeform"/>
          <p:cNvSpPr/>
          <p:nvPr/>
        </p:nvSpPr>
        <p:spPr>
          <a:xfrm>
            <a:off x="2517247" y="1912381"/>
            <a:ext cx="225028" cy="153019"/>
          </a:xfrm>
          <a:custGeom>
            <a:avLst/>
            <a:gdLst/>
            <a:pathLst>
              <a:path w="225028" h="153019">
                <a:moveTo>
                  <a:pt x="0" y="0"/>
                </a:moveTo>
                <a:cubicBezTo>
                  <a:pt x="0" y="0"/>
                  <a:pt x="0" y="153019"/>
                  <a:pt x="0" y="153019"/>
                </a:cubicBezTo>
                <a:cubicBezTo>
                  <a:pt x="0" y="153019"/>
                  <a:pt x="225028" y="153019"/>
                  <a:pt x="225028" y="153019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12" name="Freeform"/>
          <p:cNvSpPr/>
          <p:nvPr/>
        </p:nvSpPr>
        <p:spPr>
          <a:xfrm>
            <a:off x="2163632" y="2181987"/>
            <a:ext cx="407193" cy="204025"/>
          </a:xfrm>
          <a:custGeom>
            <a:avLst/>
            <a:gdLst/>
            <a:pathLst>
              <a:path w="407193" h="204025">
                <a:moveTo>
                  <a:pt x="0" y="116585"/>
                </a:moveTo>
                <a:cubicBezTo>
                  <a:pt x="0" y="116585"/>
                  <a:pt x="128587" y="204025"/>
                  <a:pt x="128587" y="204025"/>
                </a:cubicBezTo>
                <a:cubicBezTo>
                  <a:pt x="128587" y="204025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13" name="Rounded Rectangle 12"/>
          <p:cNvSpPr/>
          <p:nvPr/>
        </p:nvSpPr>
        <p:spPr>
          <a:xfrm>
            <a:off x="3527450" y="186537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7450" y="1892807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3246120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deformar ni alargar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8698" y="173736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6986" y="1755648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10047" y="1993391"/>
            <a:ext cx="1371600" cy="13716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"/>
          <p:cNvSpPr/>
          <p:nvPr/>
        </p:nvSpPr>
        <p:spPr>
          <a:xfrm>
            <a:off x="5742231" y="2196988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22C55E"/>
          </a:solidFill>
          <a:ln w="12700">
            <a:noFill/>
          </a:ln>
        </p:spPr>
      </p:sp>
      <p:sp>
        <p:nvSpPr>
          <p:cNvPr id="20" name="Freeform"/>
          <p:cNvSpPr/>
          <p:nvPr/>
        </p:nvSpPr>
        <p:spPr>
          <a:xfrm>
            <a:off x="6245866" y="219698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F97316"/>
          </a:solidFill>
          <a:ln w="12700">
            <a:noFill/>
          </a:ln>
        </p:spPr>
      </p:sp>
      <p:sp>
        <p:nvSpPr>
          <p:cNvPr id="21" name="Freeform"/>
          <p:cNvSpPr/>
          <p:nvPr/>
        </p:nvSpPr>
        <p:spPr>
          <a:xfrm>
            <a:off x="6245866" y="219698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F97316"/>
            </a:solidFill>
          </a:ln>
        </p:spPr>
      </p:sp>
      <p:sp>
        <p:nvSpPr>
          <p:cNvPr id="22" name="Freeform"/>
          <p:cNvSpPr/>
          <p:nvPr/>
        </p:nvSpPr>
        <p:spPr>
          <a:xfrm>
            <a:off x="5892250" y="2593466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F97316"/>
            </a:solidFill>
          </a:ln>
        </p:spPr>
      </p:sp>
      <p:sp>
        <p:nvSpPr>
          <p:cNvPr id="23" name="Rounded Rectangle 22"/>
          <p:cNvSpPr/>
          <p:nvPr/>
        </p:nvSpPr>
        <p:spPr>
          <a:xfrm>
            <a:off x="7256068" y="186537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6068" y="1892807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1578" y="3246120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recolorear fuera de la paleta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7316" y="173736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15604" y="1755648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3634" y="2186590"/>
            <a:ext cx="1757997" cy="1757997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"/>
          <p:cNvSpPr/>
          <p:nvPr/>
        </p:nvSpPr>
        <p:spPr>
          <a:xfrm>
            <a:off x="8775420" y="2491522"/>
            <a:ext cx="937600" cy="1155462"/>
          </a:xfrm>
          <a:custGeom>
            <a:avLst/>
            <a:gdLst/>
            <a:pathLst>
              <a:path w="937600" h="1155462">
                <a:moveTo>
                  <a:pt x="329846" y="0"/>
                </a:moveTo>
                <a:cubicBezTo>
                  <a:pt x="329846" y="0"/>
                  <a:pt x="803107" y="172252"/>
                  <a:pt x="803107" y="172252"/>
                </a:cubicBezTo>
                <a:cubicBezTo>
                  <a:pt x="803107" y="172252"/>
                  <a:pt x="937600" y="460674"/>
                  <a:pt x="937600" y="460674"/>
                </a:cubicBezTo>
                <a:cubicBezTo>
                  <a:pt x="937600" y="460674"/>
                  <a:pt x="684718" y="1155462"/>
                  <a:pt x="684718" y="1155462"/>
                </a:cubicBezTo>
                <a:cubicBezTo>
                  <a:pt x="684718" y="1155462"/>
                  <a:pt x="0" y="906244"/>
                  <a:pt x="0" y="906244"/>
                </a:cubicBezTo>
                <a:cubicBezTo>
                  <a:pt x="0" y="906244"/>
                  <a:pt x="329846" y="0"/>
                  <a:pt x="329846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30" name="Freeform"/>
          <p:cNvSpPr/>
          <p:nvPr/>
        </p:nvSpPr>
        <p:spPr>
          <a:xfrm>
            <a:off x="9501564" y="2663775"/>
            <a:ext cx="211457" cy="288421"/>
          </a:xfrm>
          <a:custGeom>
            <a:avLst/>
            <a:gdLst/>
            <a:pathLst>
              <a:path w="211457" h="288421">
                <a:moveTo>
                  <a:pt x="76964" y="0"/>
                </a:moveTo>
                <a:cubicBezTo>
                  <a:pt x="76964" y="0"/>
                  <a:pt x="211457" y="288421"/>
                  <a:pt x="211457" y="288421"/>
                </a:cubicBezTo>
                <a:cubicBezTo>
                  <a:pt x="211457" y="288421"/>
                  <a:pt x="0" y="211456"/>
                  <a:pt x="0" y="211456"/>
                </a:cubicBezTo>
                <a:cubicBezTo>
                  <a:pt x="0" y="211456"/>
                  <a:pt x="76964" y="0"/>
                  <a:pt x="76964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31" name="Freeform"/>
          <p:cNvSpPr/>
          <p:nvPr/>
        </p:nvSpPr>
        <p:spPr>
          <a:xfrm>
            <a:off x="9501564" y="2663775"/>
            <a:ext cx="211457" cy="288421"/>
          </a:xfrm>
          <a:custGeom>
            <a:avLst/>
            <a:gdLst/>
            <a:pathLst>
              <a:path w="211457" h="288421">
                <a:moveTo>
                  <a:pt x="76964" y="0"/>
                </a:moveTo>
                <a:cubicBezTo>
                  <a:pt x="76964" y="0"/>
                  <a:pt x="0" y="211456"/>
                  <a:pt x="0" y="211456"/>
                </a:cubicBezTo>
                <a:cubicBezTo>
                  <a:pt x="0" y="211456"/>
                  <a:pt x="211457" y="288421"/>
                  <a:pt x="211457" y="288421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32" name="Freeform"/>
          <p:cNvSpPr/>
          <p:nvPr/>
        </p:nvSpPr>
        <p:spPr>
          <a:xfrm>
            <a:off x="9051995" y="3054668"/>
            <a:ext cx="441276" cy="186654"/>
          </a:xfrm>
          <a:custGeom>
            <a:avLst/>
            <a:gdLst/>
            <a:pathLst>
              <a:path w="441276" h="186654">
                <a:moveTo>
                  <a:pt x="0" y="21841"/>
                </a:moveTo>
                <a:cubicBezTo>
                  <a:pt x="0" y="21841"/>
                  <a:pt x="76853" y="186654"/>
                  <a:pt x="76853" y="186654"/>
                </a:cubicBezTo>
                <a:cubicBezTo>
                  <a:pt x="76853" y="186654"/>
                  <a:pt x="441276" y="0"/>
                  <a:pt x="441276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33" name="Rounded Rectangle 32"/>
          <p:cNvSpPr/>
          <p:nvPr/>
        </p:nvSpPr>
        <p:spPr>
          <a:xfrm>
            <a:off x="10984687" y="186537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84687" y="1892807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196" y="3246120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rotar el isotipo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16052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4178807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81429" y="4416552"/>
            <a:ext cx="1371600" cy="1371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"/>
          <p:cNvSpPr/>
          <p:nvPr/>
        </p:nvSpPr>
        <p:spPr>
          <a:xfrm>
            <a:off x="2013613" y="4620148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40" name="Freeform"/>
          <p:cNvSpPr/>
          <p:nvPr/>
        </p:nvSpPr>
        <p:spPr>
          <a:xfrm>
            <a:off x="2517247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41" name="Freeform"/>
          <p:cNvSpPr/>
          <p:nvPr/>
        </p:nvSpPr>
        <p:spPr>
          <a:xfrm>
            <a:off x="2517247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D4A72C"/>
            </a:solidFill>
          </a:ln>
        </p:spPr>
      </p:sp>
      <p:sp>
        <p:nvSpPr>
          <p:cNvPr id="42" name="Freeform"/>
          <p:cNvSpPr/>
          <p:nvPr/>
        </p:nvSpPr>
        <p:spPr>
          <a:xfrm>
            <a:off x="2163632" y="5016627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D4A72C"/>
            </a:solidFill>
          </a:ln>
        </p:spPr>
      </p:sp>
      <p:sp>
        <p:nvSpPr>
          <p:cNvPr id="43" name="Rounded Rectangle 42"/>
          <p:cNvSpPr/>
          <p:nvPr/>
        </p:nvSpPr>
        <p:spPr>
          <a:xfrm>
            <a:off x="3527450" y="428853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27450" y="4315968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59" y="5669279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usar sobre bajo contraste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68698" y="416052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86986" y="4178807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79699" y="4486203"/>
            <a:ext cx="1371600" cy="1371600"/>
          </a:xfrm>
          <a:prstGeom prst="rect">
            <a:avLst/>
          </a:prstGeom>
          <a:solidFill>
            <a:srgbClr val="A9B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"/>
          <p:cNvSpPr/>
          <p:nvPr/>
        </p:nvSpPr>
        <p:spPr>
          <a:xfrm>
            <a:off x="5811883" y="4689800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E3E9F1"/>
          </a:solidFill>
          <a:ln w="12700">
            <a:noFill/>
          </a:ln>
        </p:spPr>
      </p:sp>
      <p:sp>
        <p:nvSpPr>
          <p:cNvPr id="50" name="Freeform"/>
          <p:cNvSpPr/>
          <p:nvPr/>
        </p:nvSpPr>
        <p:spPr>
          <a:xfrm>
            <a:off x="6315517" y="4689800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E3E9F1"/>
          </a:solidFill>
          <a:ln w="12700">
            <a:noFill/>
          </a:ln>
        </p:spPr>
      </p:sp>
      <p:sp>
        <p:nvSpPr>
          <p:cNvPr id="51" name="Freeform"/>
          <p:cNvSpPr/>
          <p:nvPr/>
        </p:nvSpPr>
        <p:spPr>
          <a:xfrm>
            <a:off x="6315517" y="4689800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A9B6C8"/>
            </a:solidFill>
          </a:ln>
        </p:spPr>
      </p:sp>
      <p:sp>
        <p:nvSpPr>
          <p:cNvPr id="52" name="Freeform"/>
          <p:cNvSpPr/>
          <p:nvPr/>
        </p:nvSpPr>
        <p:spPr>
          <a:xfrm>
            <a:off x="5961902" y="5086278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A9B6C8"/>
            </a:solidFill>
          </a:ln>
        </p:spPr>
      </p:sp>
      <p:sp>
        <p:nvSpPr>
          <p:cNvPr id="53" name="Rectangle 52"/>
          <p:cNvSpPr/>
          <p:nvPr/>
        </p:nvSpPr>
        <p:spPr>
          <a:xfrm>
            <a:off x="5410047" y="4416552"/>
            <a:ext cx="1371600" cy="13716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"/>
          <p:cNvSpPr/>
          <p:nvPr/>
        </p:nvSpPr>
        <p:spPr>
          <a:xfrm>
            <a:off x="5742231" y="4620148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F5F7FA"/>
          </a:solidFill>
          <a:ln w="12700">
            <a:noFill/>
          </a:ln>
        </p:spPr>
      </p:sp>
      <p:sp>
        <p:nvSpPr>
          <p:cNvPr id="55" name="Freeform"/>
          <p:cNvSpPr/>
          <p:nvPr/>
        </p:nvSpPr>
        <p:spPr>
          <a:xfrm>
            <a:off x="6245866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D4A72C"/>
          </a:solidFill>
          <a:ln w="12700">
            <a:noFill/>
          </a:ln>
        </p:spPr>
      </p:sp>
      <p:sp>
        <p:nvSpPr>
          <p:cNvPr id="56" name="Freeform"/>
          <p:cNvSpPr/>
          <p:nvPr/>
        </p:nvSpPr>
        <p:spPr>
          <a:xfrm>
            <a:off x="6245866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57" name="Freeform"/>
          <p:cNvSpPr/>
          <p:nvPr/>
        </p:nvSpPr>
        <p:spPr>
          <a:xfrm>
            <a:off x="5892250" y="5016627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58" name="Rounded Rectangle 57"/>
          <p:cNvSpPr/>
          <p:nvPr/>
        </p:nvSpPr>
        <p:spPr>
          <a:xfrm>
            <a:off x="7256068" y="428853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56068" y="4315968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51578" y="5669279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añadir sombras o volumen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97316" y="4160520"/>
            <a:ext cx="3454298" cy="2194560"/>
          </a:xfrm>
          <a:prstGeom prst="roundRect">
            <a:avLst/>
          </a:prstGeom>
          <a:solidFill>
            <a:srgbClr val="DCE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115604" y="4178807"/>
            <a:ext cx="3417722" cy="21579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38665" y="4416552"/>
            <a:ext cx="1371600" cy="1371600"/>
          </a:xfrm>
          <a:prstGeom prst="rect">
            <a:avLst/>
          </a:prstGeom>
          <a:solidFill>
            <a:srgbClr val="18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"/>
          <p:cNvSpPr/>
          <p:nvPr/>
        </p:nvSpPr>
        <p:spPr>
          <a:xfrm>
            <a:off x="9470850" y="4620148"/>
            <a:ext cx="728662" cy="964406"/>
          </a:xfrm>
          <a:custGeom>
            <a:avLst/>
            <a:gdLst/>
            <a:pathLst>
              <a:path w="728662" h="964406">
                <a:moveTo>
                  <a:pt x="0" y="0"/>
                </a:moveTo>
                <a:cubicBezTo>
                  <a:pt x="0" y="0"/>
                  <a:pt x="503634" y="0"/>
                  <a:pt x="503634" y="0"/>
                </a:cubicBezTo>
                <a:cubicBezTo>
                  <a:pt x="503634" y="0"/>
                  <a:pt x="728662" y="225028"/>
                  <a:pt x="728662" y="225028"/>
                </a:cubicBezTo>
                <a:cubicBezTo>
                  <a:pt x="728662" y="225028"/>
                  <a:pt x="728662" y="964406"/>
                  <a:pt x="728662" y="964406"/>
                </a:cubicBezTo>
                <a:cubicBezTo>
                  <a:pt x="728662" y="964406"/>
                  <a:pt x="0" y="964406"/>
                  <a:pt x="0" y="964406"/>
                </a:cubicBezTo>
                <a:cubicBezTo>
                  <a:pt x="0" y="964406"/>
                  <a:pt x="0" y="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</p:sp>
      <p:sp>
        <p:nvSpPr>
          <p:cNvPr id="65" name="Freeform"/>
          <p:cNvSpPr/>
          <p:nvPr/>
        </p:nvSpPr>
        <p:spPr>
          <a:xfrm>
            <a:off x="9974484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225028" y="225028"/>
                  <a:pt x="225028" y="225028"/>
                </a:cubicBezTo>
                <a:cubicBezTo>
                  <a:pt x="225028" y="225028"/>
                  <a:pt x="0" y="225028"/>
                  <a:pt x="0" y="225028"/>
                </a:cubicBezTo>
                <a:cubicBezTo>
                  <a:pt x="0" y="225028"/>
                  <a:pt x="0" y="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>
            <a:noFill/>
          </a:ln>
        </p:spPr>
      </p:sp>
      <p:sp>
        <p:nvSpPr>
          <p:cNvPr id="66" name="Freeform"/>
          <p:cNvSpPr/>
          <p:nvPr/>
        </p:nvSpPr>
        <p:spPr>
          <a:xfrm>
            <a:off x="9974484" y="4620148"/>
            <a:ext cx="225028" cy="225028"/>
          </a:xfrm>
          <a:custGeom>
            <a:avLst/>
            <a:gdLst/>
            <a:pathLst>
              <a:path w="225028" h="225028">
                <a:moveTo>
                  <a:pt x="0" y="0"/>
                </a:moveTo>
                <a:cubicBezTo>
                  <a:pt x="0" y="0"/>
                  <a:pt x="0" y="225028"/>
                  <a:pt x="0" y="225028"/>
                </a:cubicBezTo>
                <a:cubicBezTo>
                  <a:pt x="0" y="225028"/>
                  <a:pt x="225028" y="225028"/>
                  <a:pt x="225028" y="225028"/>
                </a:cubicBezTo>
                <a:close/>
              </a:path>
            </a:pathLst>
          </a:custGeom>
          <a:noFill/>
          <a:ln w="203200" cap="square">
            <a:solidFill>
              <a:srgbClr val="18233A"/>
            </a:solidFill>
          </a:ln>
        </p:spPr>
      </p:sp>
      <p:sp>
        <p:nvSpPr>
          <p:cNvPr id="67" name="Freeform"/>
          <p:cNvSpPr/>
          <p:nvPr/>
        </p:nvSpPr>
        <p:spPr>
          <a:xfrm>
            <a:off x="9620869" y="5016627"/>
            <a:ext cx="407193" cy="300037"/>
          </a:xfrm>
          <a:custGeom>
            <a:avLst/>
            <a:gdLst/>
            <a:pathLst>
              <a:path w="407193" h="300037">
                <a:moveTo>
                  <a:pt x="0" y="171449"/>
                </a:moveTo>
                <a:cubicBezTo>
                  <a:pt x="0" y="171449"/>
                  <a:pt x="128587" y="300037"/>
                  <a:pt x="128587" y="300037"/>
                </a:cubicBezTo>
                <a:cubicBezTo>
                  <a:pt x="128587" y="300037"/>
                  <a:pt x="407193" y="0"/>
                  <a:pt x="407193" y="0"/>
                </a:cubicBezTo>
                <a:close/>
              </a:path>
            </a:pathLst>
          </a:custGeom>
          <a:noFill/>
          <a:ln w="558800" cap="square">
            <a:solidFill>
              <a:srgbClr val="18233A"/>
            </a:solidFill>
          </a:ln>
        </p:spPr>
      </p:sp>
      <p:sp>
        <p:nvSpPr>
          <p:cNvPr id="68" name="Rounded Rectangle 67"/>
          <p:cNvSpPr/>
          <p:nvPr/>
        </p:nvSpPr>
        <p:spPr>
          <a:xfrm>
            <a:off x="10984687" y="4288536"/>
            <a:ext cx="420624" cy="420624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84687" y="4315968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0196" y="5669279"/>
            <a:ext cx="30885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8233A"/>
                </a:solidFill>
                <a:latin typeface="Segoe UI"/>
                <a:ea typeface="Segoe UI"/>
                <a:cs typeface="Segoe UI"/>
              </a:rPr>
              <a:t>No alterar proporciones del logotipo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