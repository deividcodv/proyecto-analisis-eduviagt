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2148840"/>
            <a:ext cx="91440" cy="2331720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"/>
          <p:cNvSpPr/>
          <p:nvPr/>
        </p:nvSpPr>
        <p:spPr>
          <a:xfrm>
            <a:off x="1051560" y="1783080"/>
            <a:ext cx="3200400" cy="3200400"/>
          </a:xfrm>
          <a:custGeom>
            <a:avLst/>
            <a:gdLst/>
            <a:pathLst>
              <a:path w="3200400" h="3200400">
                <a:moveTo>
                  <a:pt x="725090" y="0"/>
                </a:moveTo>
                <a:cubicBezTo>
                  <a:pt x="324634" y="0"/>
                  <a:pt x="0" y="324634"/>
                  <a:pt x="0" y="725090"/>
                </a:cubicBezTo>
                <a:cubicBezTo>
                  <a:pt x="0" y="2875765"/>
                  <a:pt x="324634" y="3200400"/>
                  <a:pt x="725090" y="3200400"/>
                </a:cubicBezTo>
                <a:cubicBezTo>
                  <a:pt x="2875765" y="3200400"/>
                  <a:pt x="3200400" y="2875765"/>
                  <a:pt x="3200400" y="2475309"/>
                </a:cubicBezTo>
                <a:cubicBezTo>
                  <a:pt x="3200400" y="324634"/>
                  <a:pt x="2875765" y="0"/>
                  <a:pt x="2475309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EC7">
                  <a:alpha val="100000"/>
                </a:srgbClr>
              </a:gs>
              <a:gs pos="100000">
                <a:srgbClr val="0F3D63">
                  <a:alpha val="100000"/>
                </a:srgbClr>
              </a:gs>
            </a:gsLst>
            <a:lin ang="2700000" scaled="1"/>
          </a:gradFill>
          <a:ln w="12700">
            <a:noFill/>
          </a:ln>
        </p:spPr>
      </p:sp>
      <p:sp>
        <p:nvSpPr>
          <p:cNvPr id="5" name="Freeform"/>
          <p:cNvSpPr/>
          <p:nvPr/>
        </p:nvSpPr>
        <p:spPr>
          <a:xfrm>
            <a:off x="2026681" y="2608183"/>
            <a:ext cx="1250156" cy="1400175"/>
          </a:xfrm>
          <a:custGeom>
            <a:avLst/>
            <a:gdLst/>
            <a:pathLst>
              <a:path w="1250156" h="1400175">
                <a:moveTo>
                  <a:pt x="0" y="225028"/>
                </a:moveTo>
                <a:cubicBezTo>
                  <a:pt x="0" y="225028"/>
                  <a:pt x="625078" y="1400175"/>
                  <a:pt x="625078" y="1400175"/>
                </a:cubicBezTo>
                <a:cubicBezTo>
                  <a:pt x="625078" y="1400175"/>
                  <a:pt x="1250156" y="0"/>
                  <a:pt x="1250156" y="0"/>
                </a:cubicBezTo>
                <a:close/>
              </a:path>
            </a:pathLst>
          </a:custGeom>
          <a:noFill/>
          <a:ln w="812800">
            <a:solidFill>
              <a:srgbClr val="FFFFFF"/>
            </a:solidFill>
            <a:round/>
          </a:ln>
        </p:spPr>
      </p:sp>
      <p:sp>
        <p:nvSpPr>
          <p:cNvPr id="6" name="Freeform"/>
          <p:cNvSpPr/>
          <p:nvPr/>
        </p:nvSpPr>
        <p:spPr>
          <a:xfrm>
            <a:off x="2726769" y="2608183"/>
            <a:ext cx="550068" cy="1231403"/>
          </a:xfrm>
          <a:custGeom>
            <a:avLst/>
            <a:gdLst/>
            <a:pathLst>
              <a:path w="550068" h="1231403">
                <a:moveTo>
                  <a:pt x="0" y="1231403"/>
                </a:moveTo>
                <a:cubicBezTo>
                  <a:pt x="0" y="1231403"/>
                  <a:pt x="550068" y="0"/>
                  <a:pt x="550068" y="0"/>
                </a:cubicBezTo>
              </a:path>
            </a:pathLst>
          </a:custGeom>
          <a:noFill/>
          <a:ln w="812800">
            <a:solidFill>
              <a:srgbClr val="D4A72C"/>
            </a:solidFill>
          </a:ln>
        </p:spPr>
      </p:sp>
      <p:sp>
        <p:nvSpPr>
          <p:cNvPr id="7" name="Freeform"/>
          <p:cNvSpPr/>
          <p:nvPr/>
        </p:nvSpPr>
        <p:spPr>
          <a:xfrm>
            <a:off x="1989177" y="4270890"/>
            <a:ext cx="1325165" cy="162520"/>
          </a:xfrm>
          <a:custGeom>
            <a:avLst/>
            <a:gdLst/>
            <a:pathLst>
              <a:path w="1325165" h="162520">
                <a:moveTo>
                  <a:pt x="81260" y="0"/>
                </a:moveTo>
                <a:cubicBezTo>
                  <a:pt x="36381" y="0"/>
                  <a:pt x="0" y="36381"/>
                  <a:pt x="0" y="81260"/>
                </a:cubicBezTo>
                <a:cubicBezTo>
                  <a:pt x="0" y="126138"/>
                  <a:pt x="36381" y="162520"/>
                  <a:pt x="81260" y="162520"/>
                </a:cubicBezTo>
                <a:cubicBezTo>
                  <a:pt x="1288783" y="162520"/>
                  <a:pt x="1325165" y="126138"/>
                  <a:pt x="1325165" y="81260"/>
                </a:cubicBezTo>
                <a:cubicBezTo>
                  <a:pt x="1325165" y="36381"/>
                  <a:pt x="1288783" y="0"/>
                  <a:pt x="1243904" y="0"/>
                </a:cubicBezTo>
                <a:close/>
              </a:path>
            </a:pathLst>
          </a:custGeom>
          <a:solidFill>
            <a:srgbClr val="D4A72C"/>
          </a:solidFill>
          <a:ln w="12700">
            <a:noFill/>
          </a:ln>
        </p:spPr>
      </p:sp>
      <p:sp>
        <p:nvSpPr>
          <p:cNvPr id="8" name="TextBox 7"/>
          <p:cNvSpPr txBox="1"/>
          <p:nvPr/>
        </p:nvSpPr>
        <p:spPr>
          <a:xfrm>
            <a:off x="4800600" y="2057400"/>
            <a:ext cx="6766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Arial Black"/>
                <a:ea typeface="Segoe UI"/>
                <a:cs typeface="Segoe UI"/>
              </a:rPr>
              <a:t>EDUVIAGT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4608" y="3310128"/>
            <a:ext cx="6766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FC0DC"/>
                </a:solidFill>
                <a:latin typeface="Segoe UI"/>
                <a:ea typeface="Segoe UI"/>
                <a:cs typeface="Segoe UI"/>
              </a:rPr>
              <a:t>Sistema Integral de Gestión de Becas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4041648"/>
            <a:ext cx="1554480" cy="54864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4315968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FC0DC"/>
                </a:solidFill>
                <a:latin typeface="Segoe UI"/>
                <a:ea typeface="Segoe UI"/>
                <a:cs typeface="Segoe UI"/>
              </a:rPr>
              <a:t>Rediseño de marca · «La Vía»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5943600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8C9BB0"/>
                </a:solidFill>
                <a:latin typeface="Segoe UI"/>
                <a:ea typeface="Segoe UI"/>
                <a:cs typeface="Segoe UI"/>
              </a:rPr>
              <a:t>Ministerio de Educación · Guatemala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8233A"/>
                </a:solidFill>
                <a:latin typeface="Arial Black"/>
                <a:ea typeface="Segoe UI"/>
                <a:cs typeface="Segoe UI"/>
              </a:rPr>
              <a:t>Concepto: «La Vía»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97280"/>
            <a:ext cx="1234440" cy="50292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El camino de la educación que lleva a la beca</a:t>
            </a:r>
          </a:p>
        </p:txBody>
      </p:sp>
      <p:sp>
        <p:nvSpPr>
          <p:cNvPr id="6" name="Freeform"/>
          <p:cNvSpPr/>
          <p:nvPr/>
        </p:nvSpPr>
        <p:spPr>
          <a:xfrm>
            <a:off x="777240" y="2057400"/>
            <a:ext cx="3291840" cy="3291839"/>
          </a:xfrm>
          <a:custGeom>
            <a:avLst/>
            <a:gdLst/>
            <a:pathLst>
              <a:path w="3291840" h="3291839">
                <a:moveTo>
                  <a:pt x="745807" y="0"/>
                </a:moveTo>
                <a:cubicBezTo>
                  <a:pt x="333909" y="0"/>
                  <a:pt x="0" y="333909"/>
                  <a:pt x="0" y="745807"/>
                </a:cubicBezTo>
                <a:cubicBezTo>
                  <a:pt x="0" y="2957929"/>
                  <a:pt x="333909" y="3291839"/>
                  <a:pt x="745807" y="3291839"/>
                </a:cubicBezTo>
                <a:cubicBezTo>
                  <a:pt x="2957930" y="3291839"/>
                  <a:pt x="3291840" y="2957929"/>
                  <a:pt x="3291840" y="2546031"/>
                </a:cubicBezTo>
                <a:cubicBezTo>
                  <a:pt x="3291840" y="333909"/>
                  <a:pt x="2957930" y="0"/>
                  <a:pt x="2546032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EC7">
                  <a:alpha val="100000"/>
                </a:srgbClr>
              </a:gs>
              <a:gs pos="100000">
                <a:srgbClr val="0F3D63">
                  <a:alpha val="100000"/>
                </a:srgbClr>
              </a:gs>
            </a:gsLst>
            <a:lin ang="2700000" scaled="1"/>
          </a:gradFill>
          <a:ln w="12700">
            <a:noFill/>
          </a:ln>
        </p:spPr>
      </p:sp>
      <p:sp>
        <p:nvSpPr>
          <p:cNvPr id="7" name="Freeform"/>
          <p:cNvSpPr/>
          <p:nvPr/>
        </p:nvSpPr>
        <p:spPr>
          <a:xfrm>
            <a:off x="1780222" y="2906077"/>
            <a:ext cx="1285875" cy="1440180"/>
          </a:xfrm>
          <a:custGeom>
            <a:avLst/>
            <a:gdLst/>
            <a:pathLst>
              <a:path w="1285875" h="1440180">
                <a:moveTo>
                  <a:pt x="0" y="231457"/>
                </a:moveTo>
                <a:cubicBezTo>
                  <a:pt x="0" y="231457"/>
                  <a:pt x="642937" y="1440180"/>
                  <a:pt x="642937" y="1440180"/>
                </a:cubicBezTo>
                <a:cubicBezTo>
                  <a:pt x="642937" y="1440180"/>
                  <a:pt x="1285875" y="0"/>
                  <a:pt x="1285875" y="0"/>
                </a:cubicBezTo>
                <a:close/>
              </a:path>
            </a:pathLst>
          </a:custGeom>
          <a:noFill/>
          <a:ln w="812800">
            <a:solidFill>
              <a:srgbClr val="FFFFFF"/>
            </a:solidFill>
            <a:round/>
          </a:ln>
        </p:spPr>
      </p:sp>
      <p:sp>
        <p:nvSpPr>
          <p:cNvPr id="8" name="Freeform"/>
          <p:cNvSpPr/>
          <p:nvPr/>
        </p:nvSpPr>
        <p:spPr>
          <a:xfrm>
            <a:off x="2500312" y="2906077"/>
            <a:ext cx="565785" cy="1266586"/>
          </a:xfrm>
          <a:custGeom>
            <a:avLst/>
            <a:gdLst/>
            <a:pathLst>
              <a:path w="565785" h="1266586">
                <a:moveTo>
                  <a:pt x="0" y="1266586"/>
                </a:moveTo>
                <a:cubicBezTo>
                  <a:pt x="0" y="1266586"/>
                  <a:pt x="565785" y="0"/>
                  <a:pt x="565785" y="0"/>
                </a:cubicBezTo>
              </a:path>
            </a:pathLst>
          </a:custGeom>
          <a:noFill/>
          <a:ln w="812800">
            <a:solidFill>
              <a:srgbClr val="D4A72C"/>
            </a:solidFill>
          </a:ln>
        </p:spPr>
      </p:sp>
      <p:sp>
        <p:nvSpPr>
          <p:cNvPr id="9" name="Freeform"/>
          <p:cNvSpPr/>
          <p:nvPr/>
        </p:nvSpPr>
        <p:spPr>
          <a:xfrm>
            <a:off x="1741646" y="4616291"/>
            <a:ext cx="1363027" cy="167163"/>
          </a:xfrm>
          <a:custGeom>
            <a:avLst/>
            <a:gdLst/>
            <a:pathLst>
              <a:path w="1363027" h="167163">
                <a:moveTo>
                  <a:pt x="83581" y="0"/>
                </a:moveTo>
                <a:cubicBezTo>
                  <a:pt x="37420" y="0"/>
                  <a:pt x="0" y="37420"/>
                  <a:pt x="0" y="83581"/>
                </a:cubicBezTo>
                <a:cubicBezTo>
                  <a:pt x="0" y="129742"/>
                  <a:pt x="37420" y="167163"/>
                  <a:pt x="83581" y="167163"/>
                </a:cubicBezTo>
                <a:cubicBezTo>
                  <a:pt x="1325606" y="167163"/>
                  <a:pt x="1363027" y="129742"/>
                  <a:pt x="1363027" y="83581"/>
                </a:cubicBezTo>
                <a:cubicBezTo>
                  <a:pt x="1363027" y="37420"/>
                  <a:pt x="1325606" y="0"/>
                  <a:pt x="1279445" y="0"/>
                </a:cubicBezTo>
                <a:close/>
              </a:path>
            </a:pathLst>
          </a:custGeom>
          <a:solidFill>
            <a:srgbClr val="D4A72C"/>
          </a:solidFill>
          <a:ln w="12700">
            <a:noFill/>
          </a:ln>
        </p:spPr>
      </p:sp>
      <p:sp>
        <p:nvSpPr>
          <p:cNvPr id="10" name="TextBox 9"/>
          <p:cNvSpPr txBox="1"/>
          <p:nvPr/>
        </p:nvSpPr>
        <p:spPr>
          <a:xfrm>
            <a:off x="4572000" y="1874519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F3D63"/>
                </a:solidFill>
                <a:latin typeface="Arial Black"/>
                <a:ea typeface="Segoe UI"/>
                <a:cs typeface="Segoe UI"/>
              </a:rPr>
              <a:t>La marca es una «V» que asciende.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14600"/>
            <a:ext cx="6949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8233A"/>
                </a:solidFill>
                <a:latin typeface="Segoe UI"/>
                <a:ea typeface="Segoe UI"/>
                <a:cs typeface="Segoe UI"/>
              </a:rPr>
              <a:t>Es la vía —el camino— que cada estudiante recorre desde su comunidad hasta su beca. Las dos ramas del trazo forman, a la vez, una marca de aprobación (✓): EDUVIAGT convierte una oportunidad en un «sí». El brazo en oro señala la meta y la barra inferior marca el punto de partida.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4434840"/>
            <a:ext cx="2176272" cy="1417320"/>
          </a:xfrm>
          <a:prstGeom prst="roundRect">
            <a:avLst/>
          </a:prstGeom>
          <a:solidFill>
            <a:srgbClr val="DC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0288" y="4453127"/>
            <a:ext cx="2139696" cy="1380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0288" y="4453127"/>
            <a:ext cx="2139696" cy="64008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4672583"/>
            <a:ext cx="19568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3D63"/>
                </a:solidFill>
                <a:latin typeface="Arial Black"/>
                <a:ea typeface="Segoe UI"/>
                <a:cs typeface="Segoe UI"/>
              </a:rPr>
              <a:t>Camino que asciende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5184648"/>
            <a:ext cx="19568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La «V» es la vía hacia la beca.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31152" y="4434840"/>
            <a:ext cx="2176272" cy="1417320"/>
          </a:xfrm>
          <a:prstGeom prst="roundRect">
            <a:avLst/>
          </a:prstGeom>
          <a:solidFill>
            <a:srgbClr val="DC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0" y="4453127"/>
            <a:ext cx="2139696" cy="1380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49440" y="4453127"/>
            <a:ext cx="2139696" cy="64008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4672583"/>
            <a:ext cx="19568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3D63"/>
                </a:solidFill>
                <a:latin typeface="Arial Black"/>
                <a:ea typeface="Segoe UI"/>
                <a:cs typeface="Segoe UI"/>
              </a:rPr>
              <a:t>Marca de aprobación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5184648"/>
            <a:ext cx="19568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El trazo también lee como ✓.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90304" y="4434840"/>
            <a:ext cx="2176272" cy="1417320"/>
          </a:xfrm>
          <a:prstGeom prst="roundRect">
            <a:avLst/>
          </a:prstGeom>
          <a:solidFill>
            <a:srgbClr val="DC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08592" y="4453127"/>
            <a:ext cx="2139696" cy="13807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08592" y="4453127"/>
            <a:ext cx="2139696" cy="64008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0032" y="4672583"/>
            <a:ext cx="195681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3D63"/>
                </a:solidFill>
                <a:latin typeface="Arial Black"/>
                <a:ea typeface="Segoe UI"/>
                <a:cs typeface="Segoe UI"/>
              </a:rPr>
              <a:t>Oro = la meta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00032" y="5184648"/>
            <a:ext cx="195681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El brazo dorado señala el logro.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8233A"/>
                </a:solidFill>
                <a:latin typeface="Arial Black"/>
                <a:ea typeface="Segoe UI"/>
                <a:cs typeface="Segoe UI"/>
              </a:rPr>
              <a:t>Construcción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97280"/>
            <a:ext cx="1234440" cy="50292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Grilla y proporciones del isotipo (módulo x = lado / 16)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1965960"/>
            <a:ext cx="5486" cy="338328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1965960"/>
            <a:ext cx="3383280" cy="5486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0135" y="1965960"/>
            <a:ext cx="5486" cy="338328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177415"/>
            <a:ext cx="3383280" cy="5486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91590" y="1965960"/>
            <a:ext cx="5486" cy="338328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388870"/>
            <a:ext cx="3383280" cy="5486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03045" y="1965960"/>
            <a:ext cx="5486" cy="338328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2600325"/>
            <a:ext cx="3383280" cy="5486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1965960"/>
            <a:ext cx="5486" cy="338328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2811780"/>
            <a:ext cx="3383280" cy="5486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25955" y="1965960"/>
            <a:ext cx="5486" cy="338328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023235"/>
            <a:ext cx="3383280" cy="5486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37410" y="1965960"/>
            <a:ext cx="5486" cy="338328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3234690"/>
            <a:ext cx="3383280" cy="5486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48865" y="1965960"/>
            <a:ext cx="5486" cy="338328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3446145"/>
            <a:ext cx="3383280" cy="5486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560320" y="1965960"/>
            <a:ext cx="5486" cy="338328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3657600"/>
            <a:ext cx="3383280" cy="5486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71775" y="1965960"/>
            <a:ext cx="5486" cy="338328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3869055"/>
            <a:ext cx="3383280" cy="5486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83230" y="1965960"/>
            <a:ext cx="5486" cy="338328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" y="4080510"/>
            <a:ext cx="3383280" cy="5486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94685" y="1965960"/>
            <a:ext cx="5486" cy="338328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4291965"/>
            <a:ext cx="3383280" cy="5486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06140" y="1965960"/>
            <a:ext cx="5486" cy="338328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68680" y="4503420"/>
            <a:ext cx="3383280" cy="5486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17595" y="1965960"/>
            <a:ext cx="5486" cy="338328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" y="4714875"/>
            <a:ext cx="3383280" cy="5486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29050" y="1965960"/>
            <a:ext cx="5486" cy="338328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8680" y="4926330"/>
            <a:ext cx="3383280" cy="5486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40505" y="1965960"/>
            <a:ext cx="5486" cy="338328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68680" y="5137785"/>
            <a:ext cx="3383280" cy="5486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51960" y="1965960"/>
            <a:ext cx="5486" cy="3383280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68680" y="5349240"/>
            <a:ext cx="3383280" cy="5486"/>
          </a:xfrm>
          <a:prstGeom prst="rect">
            <a:avLst/>
          </a:prstGeom>
          <a:solidFill>
            <a:srgbClr val="E7ED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Freeform"/>
          <p:cNvSpPr/>
          <p:nvPr/>
        </p:nvSpPr>
        <p:spPr>
          <a:xfrm>
            <a:off x="868680" y="1965960"/>
            <a:ext cx="3383280" cy="3383279"/>
          </a:xfrm>
          <a:custGeom>
            <a:avLst/>
            <a:gdLst/>
            <a:pathLst>
              <a:path w="3383280" h="3383279">
                <a:moveTo>
                  <a:pt x="766524" y="0"/>
                </a:moveTo>
                <a:cubicBezTo>
                  <a:pt x="343184" y="0"/>
                  <a:pt x="0" y="343184"/>
                  <a:pt x="0" y="766524"/>
                </a:cubicBezTo>
                <a:cubicBezTo>
                  <a:pt x="0" y="3040094"/>
                  <a:pt x="343184" y="3383279"/>
                  <a:pt x="766524" y="3383279"/>
                </a:cubicBezTo>
                <a:cubicBezTo>
                  <a:pt x="3040095" y="3383279"/>
                  <a:pt x="3383280" y="3040094"/>
                  <a:pt x="3383280" y="2616754"/>
                </a:cubicBezTo>
                <a:cubicBezTo>
                  <a:pt x="3383280" y="343184"/>
                  <a:pt x="3040095" y="0"/>
                  <a:pt x="2616755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EC7">
                  <a:alpha val="100000"/>
                </a:srgbClr>
              </a:gs>
              <a:gs pos="100000">
                <a:srgbClr val="0F3D63">
                  <a:alpha val="100000"/>
                </a:srgbClr>
              </a:gs>
            </a:gsLst>
            <a:lin ang="2700000" scaled="1"/>
          </a:gradFill>
          <a:ln w="12700">
            <a:noFill/>
          </a:ln>
        </p:spPr>
      </p:sp>
      <p:sp>
        <p:nvSpPr>
          <p:cNvPr id="41" name="Freeform"/>
          <p:cNvSpPr/>
          <p:nvPr/>
        </p:nvSpPr>
        <p:spPr>
          <a:xfrm>
            <a:off x="1899523" y="2838211"/>
            <a:ext cx="1321593" cy="1480185"/>
          </a:xfrm>
          <a:custGeom>
            <a:avLst/>
            <a:gdLst/>
            <a:pathLst>
              <a:path w="1321593" h="1480185">
                <a:moveTo>
                  <a:pt x="0" y="237886"/>
                </a:moveTo>
                <a:cubicBezTo>
                  <a:pt x="0" y="237886"/>
                  <a:pt x="660796" y="1480185"/>
                  <a:pt x="660796" y="1480185"/>
                </a:cubicBezTo>
                <a:cubicBezTo>
                  <a:pt x="660796" y="1480185"/>
                  <a:pt x="1321593" y="0"/>
                  <a:pt x="1321593" y="0"/>
                </a:cubicBezTo>
                <a:close/>
              </a:path>
            </a:pathLst>
          </a:custGeom>
          <a:noFill/>
          <a:ln w="812800">
            <a:solidFill>
              <a:srgbClr val="FFFFFF"/>
            </a:solidFill>
            <a:round/>
          </a:ln>
        </p:spPr>
      </p:sp>
      <p:sp>
        <p:nvSpPr>
          <p:cNvPr id="42" name="Freeform"/>
          <p:cNvSpPr/>
          <p:nvPr/>
        </p:nvSpPr>
        <p:spPr>
          <a:xfrm>
            <a:off x="2639615" y="2838211"/>
            <a:ext cx="581501" cy="1301769"/>
          </a:xfrm>
          <a:custGeom>
            <a:avLst/>
            <a:gdLst/>
            <a:pathLst>
              <a:path w="581501" h="1301769">
                <a:moveTo>
                  <a:pt x="0" y="1301769"/>
                </a:moveTo>
                <a:cubicBezTo>
                  <a:pt x="0" y="1301769"/>
                  <a:pt x="581501" y="0"/>
                  <a:pt x="581501" y="0"/>
                </a:cubicBezTo>
              </a:path>
            </a:pathLst>
          </a:custGeom>
          <a:noFill/>
          <a:ln w="812800">
            <a:solidFill>
              <a:srgbClr val="D4A72C"/>
            </a:solidFill>
          </a:ln>
        </p:spPr>
      </p:sp>
      <p:sp>
        <p:nvSpPr>
          <p:cNvPr id="43" name="Freeform"/>
          <p:cNvSpPr/>
          <p:nvPr/>
        </p:nvSpPr>
        <p:spPr>
          <a:xfrm>
            <a:off x="1859875" y="4595931"/>
            <a:ext cx="1400889" cy="171807"/>
          </a:xfrm>
          <a:custGeom>
            <a:avLst/>
            <a:gdLst/>
            <a:pathLst>
              <a:path w="1400889" h="171807">
                <a:moveTo>
                  <a:pt x="85903" y="0"/>
                </a:moveTo>
                <a:cubicBezTo>
                  <a:pt x="38460" y="0"/>
                  <a:pt x="0" y="38460"/>
                  <a:pt x="0" y="85903"/>
                </a:cubicBezTo>
                <a:cubicBezTo>
                  <a:pt x="0" y="133346"/>
                  <a:pt x="38460" y="171807"/>
                  <a:pt x="85903" y="171807"/>
                </a:cubicBezTo>
                <a:cubicBezTo>
                  <a:pt x="1362428" y="171807"/>
                  <a:pt x="1400889" y="133346"/>
                  <a:pt x="1400889" y="85903"/>
                </a:cubicBezTo>
                <a:cubicBezTo>
                  <a:pt x="1400889" y="38460"/>
                  <a:pt x="1362428" y="0"/>
                  <a:pt x="1314985" y="0"/>
                </a:cubicBezTo>
                <a:close/>
              </a:path>
            </a:pathLst>
          </a:custGeom>
          <a:solidFill>
            <a:srgbClr val="D4A72C"/>
          </a:solidFill>
          <a:ln w="12700">
            <a:noFill/>
          </a:ln>
        </p:spPr>
      </p:sp>
      <p:sp>
        <p:nvSpPr>
          <p:cNvPr id="44" name="TextBox 43"/>
          <p:cNvSpPr txBox="1"/>
          <p:nvPr/>
        </p:nvSpPr>
        <p:spPr>
          <a:xfrm>
            <a:off x="868680" y="5486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16 × 16 módulos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92040" y="1975104"/>
            <a:ext cx="82296" cy="310896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48072" y="1920240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D63"/>
                </a:solidFill>
                <a:latin typeface="Arial Black"/>
                <a:ea typeface="Segoe UI"/>
                <a:cs typeface="Segoe UI"/>
              </a:rPr>
              <a:t>Recuadro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48072" y="22219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8233A"/>
                </a:solidFill>
                <a:latin typeface="Segoe UI"/>
                <a:ea typeface="Segoe UI"/>
                <a:cs typeface="Segoe UI"/>
              </a:rPr>
              <a:t>512 × 512 px · esquinas r = 116 px (0.23×).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92040" y="2688336"/>
            <a:ext cx="82296" cy="310896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48072" y="2633472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D63"/>
                </a:solidFill>
                <a:latin typeface="Arial Black"/>
                <a:ea typeface="Segoe UI"/>
                <a:cs typeface="Segoe UI"/>
              </a:rPr>
              <a:t>Trazo de la «V»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48072" y="293522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8233A"/>
                </a:solidFill>
                <a:latin typeface="Segoe UI"/>
                <a:ea typeface="Segoe UI"/>
                <a:cs typeface="Segoe UI"/>
              </a:rPr>
              <a:t>64 px de ancho (0.125×), extremos redondeados.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92040" y="3401568"/>
            <a:ext cx="82296" cy="310896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48072" y="3346704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D63"/>
                </a:solidFill>
                <a:latin typeface="Arial Black"/>
                <a:ea typeface="Segoe UI"/>
                <a:cs typeface="Segoe UI"/>
              </a:rPr>
              <a:t>Vértice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48072" y="364845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8233A"/>
                </a:solidFill>
                <a:latin typeface="Segoe UI"/>
                <a:ea typeface="Segoe UI"/>
                <a:cs typeface="Segoe UI"/>
              </a:rPr>
              <a:t>Centrado en el eje; el brazo derecho asciende por encima del izquierdo.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92040" y="4114800"/>
            <a:ext cx="82296" cy="310896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148072" y="4059936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D63"/>
                </a:solidFill>
                <a:latin typeface="Arial Black"/>
                <a:ea typeface="Segoe UI"/>
                <a:cs typeface="Segoe UI"/>
              </a:rPr>
              <a:t>Barra base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48072" y="43616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8233A"/>
                </a:solidFill>
                <a:latin typeface="Segoe UI"/>
                <a:ea typeface="Segoe UI"/>
                <a:cs typeface="Segoe UI"/>
              </a:rPr>
              <a:t>212 × 26 px, centrada, a 116 px del borde inferior.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92040" y="4828032"/>
            <a:ext cx="82296" cy="310896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48072" y="4773168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D63"/>
                </a:solidFill>
                <a:latin typeface="Arial Black"/>
                <a:ea typeface="Segoe UI"/>
                <a:cs typeface="Segoe UI"/>
              </a:rPr>
              <a:t>Color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48072" y="50749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8233A"/>
                </a:solidFill>
                <a:latin typeface="Segoe UI"/>
                <a:ea typeface="Segoe UI"/>
                <a:cs typeface="Segoe UI"/>
              </a:rPr>
              <a:t>Degradado #3D8EC7 → #0F3D63; oro #D4A72C en el brazo y la barra.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92040" y="5541264"/>
            <a:ext cx="82296" cy="310896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48072" y="5486400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3D63"/>
                </a:solidFill>
                <a:latin typeface="Arial Black"/>
                <a:ea typeface="Segoe UI"/>
                <a:cs typeface="Segoe UI"/>
              </a:rPr>
              <a:t>Resguardo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48072" y="57881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18233A"/>
                </a:solidFill>
                <a:latin typeface="Segoe UI"/>
                <a:ea typeface="Segoe UI"/>
                <a:cs typeface="Segoe UI"/>
              </a:rPr>
              <a:t>Área libre mínima = 0.5× el lado del isotipo.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8233A"/>
                </a:solidFill>
                <a:latin typeface="Arial Black"/>
                <a:ea typeface="Segoe UI"/>
                <a:cs typeface="Segoe UI"/>
              </a:rPr>
              <a:t>Variantes de color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97280"/>
            <a:ext cx="1234440" cy="50292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El isotipo funciona igual sobre fondo oscuro y claro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2487853" cy="3017520"/>
          </a:xfrm>
          <a:prstGeom prst="roundRect">
            <a:avLst/>
          </a:prstGeom>
          <a:solidFill>
            <a:srgbClr val="DC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2029968"/>
            <a:ext cx="2451277" cy="2980944"/>
          </a:xfrm>
          <a:prstGeom prst="roundRect">
            <a:avLst/>
          </a:prstGeom>
          <a:solidFill>
            <a:srgbClr val="182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"/>
          <p:cNvSpPr/>
          <p:nvPr/>
        </p:nvSpPr>
        <p:spPr>
          <a:xfrm>
            <a:off x="1106766" y="2514600"/>
            <a:ext cx="1554480" cy="1554480"/>
          </a:xfrm>
          <a:custGeom>
            <a:avLst/>
            <a:gdLst/>
            <a:pathLst>
              <a:path w="1554480" h="1554480">
                <a:moveTo>
                  <a:pt x="352186" y="0"/>
                </a:moveTo>
                <a:cubicBezTo>
                  <a:pt x="157679" y="0"/>
                  <a:pt x="0" y="157679"/>
                  <a:pt x="0" y="352186"/>
                </a:cubicBezTo>
                <a:cubicBezTo>
                  <a:pt x="0" y="1396800"/>
                  <a:pt x="157679" y="1554480"/>
                  <a:pt x="352186" y="1554480"/>
                </a:cubicBezTo>
                <a:cubicBezTo>
                  <a:pt x="1396800" y="1554480"/>
                  <a:pt x="1554480" y="1396800"/>
                  <a:pt x="1554480" y="1202293"/>
                </a:cubicBezTo>
                <a:cubicBezTo>
                  <a:pt x="1554480" y="157679"/>
                  <a:pt x="1396800" y="0"/>
                  <a:pt x="1202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EC7">
                  <a:alpha val="100000"/>
                </a:srgbClr>
              </a:gs>
              <a:gs pos="100000">
                <a:srgbClr val="0F3D63">
                  <a:alpha val="100000"/>
                </a:srgbClr>
              </a:gs>
            </a:gsLst>
            <a:lin ang="2700000" scaled="1"/>
          </a:gradFill>
          <a:ln w="12700">
            <a:noFill/>
          </a:ln>
        </p:spPr>
      </p:sp>
      <p:sp>
        <p:nvSpPr>
          <p:cNvPr id="9" name="Freeform"/>
          <p:cNvSpPr/>
          <p:nvPr/>
        </p:nvSpPr>
        <p:spPr>
          <a:xfrm>
            <a:off x="1580397" y="2915364"/>
            <a:ext cx="607218" cy="680084"/>
          </a:xfrm>
          <a:custGeom>
            <a:avLst/>
            <a:gdLst/>
            <a:pathLst>
              <a:path w="607218" h="680084">
                <a:moveTo>
                  <a:pt x="0" y="109299"/>
                </a:moveTo>
                <a:cubicBezTo>
                  <a:pt x="0" y="109299"/>
                  <a:pt x="303609" y="680084"/>
                  <a:pt x="303609" y="680084"/>
                </a:cubicBezTo>
                <a:cubicBezTo>
                  <a:pt x="303609" y="680084"/>
                  <a:pt x="607218" y="0"/>
                  <a:pt x="607218" y="0"/>
                </a:cubicBezTo>
                <a:close/>
              </a:path>
            </a:pathLst>
          </a:custGeom>
          <a:noFill/>
          <a:ln w="812800">
            <a:solidFill>
              <a:srgbClr val="FFFFFF"/>
            </a:solidFill>
            <a:round/>
          </a:ln>
        </p:spPr>
      </p:sp>
      <p:sp>
        <p:nvSpPr>
          <p:cNvPr id="10" name="Freeform"/>
          <p:cNvSpPr/>
          <p:nvPr/>
        </p:nvSpPr>
        <p:spPr>
          <a:xfrm>
            <a:off x="1920440" y="2915364"/>
            <a:ext cx="267176" cy="598110"/>
          </a:xfrm>
          <a:custGeom>
            <a:avLst/>
            <a:gdLst/>
            <a:pathLst>
              <a:path w="267176" h="598110">
                <a:moveTo>
                  <a:pt x="0" y="598110"/>
                </a:moveTo>
                <a:cubicBezTo>
                  <a:pt x="0" y="598110"/>
                  <a:pt x="267176" y="0"/>
                  <a:pt x="267176" y="0"/>
                </a:cubicBezTo>
              </a:path>
            </a:pathLst>
          </a:custGeom>
          <a:noFill/>
          <a:ln w="812800">
            <a:solidFill>
              <a:srgbClr val="D4A72C"/>
            </a:solidFill>
          </a:ln>
        </p:spPr>
      </p:sp>
      <p:sp>
        <p:nvSpPr>
          <p:cNvPr id="11" name="Freeform"/>
          <p:cNvSpPr/>
          <p:nvPr/>
        </p:nvSpPr>
        <p:spPr>
          <a:xfrm>
            <a:off x="1562180" y="3722965"/>
            <a:ext cx="643651" cy="78938"/>
          </a:xfrm>
          <a:custGeom>
            <a:avLst/>
            <a:gdLst/>
            <a:pathLst>
              <a:path w="643651" h="78938">
                <a:moveTo>
                  <a:pt x="39469" y="0"/>
                </a:moveTo>
                <a:cubicBezTo>
                  <a:pt x="17670" y="0"/>
                  <a:pt x="0" y="17670"/>
                  <a:pt x="0" y="39468"/>
                </a:cubicBezTo>
                <a:cubicBezTo>
                  <a:pt x="0" y="61267"/>
                  <a:pt x="17670" y="78938"/>
                  <a:pt x="39469" y="78938"/>
                </a:cubicBezTo>
                <a:cubicBezTo>
                  <a:pt x="625980" y="78938"/>
                  <a:pt x="643651" y="61267"/>
                  <a:pt x="643651" y="39468"/>
                </a:cubicBezTo>
                <a:cubicBezTo>
                  <a:pt x="643651" y="17670"/>
                  <a:pt x="625980" y="0"/>
                  <a:pt x="604181" y="0"/>
                </a:cubicBezTo>
                <a:close/>
              </a:path>
            </a:pathLst>
          </a:custGeom>
          <a:solidFill>
            <a:srgbClr val="D4A72C"/>
          </a:solidFill>
          <a:ln w="12700"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777240" y="4343400"/>
            <a:ext cx="221353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FC0DC"/>
                </a:solidFill>
                <a:latin typeface="Arial Black"/>
                <a:ea typeface="Segoe UI"/>
                <a:cs typeface="Segoe UI"/>
              </a:rPr>
              <a:t>Color sobre oscuro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973" y="2011680"/>
            <a:ext cx="2487853" cy="3017520"/>
          </a:xfrm>
          <a:prstGeom prst="roundRect">
            <a:avLst/>
          </a:prstGeom>
          <a:solidFill>
            <a:srgbClr val="DC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66261" y="2029968"/>
            <a:ext cx="2451277" cy="2980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"/>
          <p:cNvSpPr/>
          <p:nvPr/>
        </p:nvSpPr>
        <p:spPr>
          <a:xfrm>
            <a:off x="3914660" y="2514600"/>
            <a:ext cx="1554480" cy="1554480"/>
          </a:xfrm>
          <a:custGeom>
            <a:avLst/>
            <a:gdLst/>
            <a:pathLst>
              <a:path w="1554480" h="1554480">
                <a:moveTo>
                  <a:pt x="352186" y="0"/>
                </a:moveTo>
                <a:cubicBezTo>
                  <a:pt x="157679" y="0"/>
                  <a:pt x="0" y="157679"/>
                  <a:pt x="0" y="352186"/>
                </a:cubicBezTo>
                <a:cubicBezTo>
                  <a:pt x="0" y="1396800"/>
                  <a:pt x="157679" y="1554480"/>
                  <a:pt x="352186" y="1554480"/>
                </a:cubicBezTo>
                <a:cubicBezTo>
                  <a:pt x="1396800" y="1554480"/>
                  <a:pt x="1554480" y="1396800"/>
                  <a:pt x="1554480" y="1202293"/>
                </a:cubicBezTo>
                <a:cubicBezTo>
                  <a:pt x="1554480" y="157679"/>
                  <a:pt x="1396800" y="0"/>
                  <a:pt x="1202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EC7">
                  <a:alpha val="100000"/>
                </a:srgbClr>
              </a:gs>
              <a:gs pos="100000">
                <a:srgbClr val="0F3D63">
                  <a:alpha val="100000"/>
                </a:srgbClr>
              </a:gs>
            </a:gsLst>
            <a:lin ang="2700000" scaled="1"/>
          </a:gradFill>
          <a:ln w="12700">
            <a:noFill/>
          </a:ln>
        </p:spPr>
      </p:sp>
      <p:sp>
        <p:nvSpPr>
          <p:cNvPr id="16" name="Freeform"/>
          <p:cNvSpPr/>
          <p:nvPr/>
        </p:nvSpPr>
        <p:spPr>
          <a:xfrm>
            <a:off x="4388291" y="2915364"/>
            <a:ext cx="607218" cy="680084"/>
          </a:xfrm>
          <a:custGeom>
            <a:avLst/>
            <a:gdLst/>
            <a:pathLst>
              <a:path w="607218" h="680084">
                <a:moveTo>
                  <a:pt x="0" y="109299"/>
                </a:moveTo>
                <a:cubicBezTo>
                  <a:pt x="0" y="109299"/>
                  <a:pt x="303609" y="680084"/>
                  <a:pt x="303609" y="680084"/>
                </a:cubicBezTo>
                <a:cubicBezTo>
                  <a:pt x="303609" y="680084"/>
                  <a:pt x="607218" y="0"/>
                  <a:pt x="607218" y="0"/>
                </a:cubicBezTo>
                <a:close/>
              </a:path>
            </a:pathLst>
          </a:custGeom>
          <a:noFill/>
          <a:ln w="812800">
            <a:solidFill>
              <a:srgbClr val="FFFFFF"/>
            </a:solidFill>
            <a:round/>
          </a:ln>
        </p:spPr>
      </p:sp>
      <p:sp>
        <p:nvSpPr>
          <p:cNvPr id="17" name="Freeform"/>
          <p:cNvSpPr/>
          <p:nvPr/>
        </p:nvSpPr>
        <p:spPr>
          <a:xfrm>
            <a:off x="4728333" y="2915364"/>
            <a:ext cx="267176" cy="598110"/>
          </a:xfrm>
          <a:custGeom>
            <a:avLst/>
            <a:gdLst/>
            <a:pathLst>
              <a:path w="267176" h="598110">
                <a:moveTo>
                  <a:pt x="0" y="598110"/>
                </a:moveTo>
                <a:cubicBezTo>
                  <a:pt x="0" y="598110"/>
                  <a:pt x="267176" y="0"/>
                  <a:pt x="267176" y="0"/>
                </a:cubicBezTo>
              </a:path>
            </a:pathLst>
          </a:custGeom>
          <a:noFill/>
          <a:ln w="812800">
            <a:solidFill>
              <a:srgbClr val="D4A72C"/>
            </a:solidFill>
          </a:ln>
        </p:spPr>
      </p:sp>
      <p:sp>
        <p:nvSpPr>
          <p:cNvPr id="18" name="Freeform"/>
          <p:cNvSpPr/>
          <p:nvPr/>
        </p:nvSpPr>
        <p:spPr>
          <a:xfrm>
            <a:off x="4370074" y="3722965"/>
            <a:ext cx="643651" cy="78938"/>
          </a:xfrm>
          <a:custGeom>
            <a:avLst/>
            <a:gdLst/>
            <a:pathLst>
              <a:path w="643651" h="78938">
                <a:moveTo>
                  <a:pt x="39469" y="0"/>
                </a:moveTo>
                <a:cubicBezTo>
                  <a:pt x="17670" y="0"/>
                  <a:pt x="0" y="17670"/>
                  <a:pt x="0" y="39468"/>
                </a:cubicBezTo>
                <a:cubicBezTo>
                  <a:pt x="0" y="61267"/>
                  <a:pt x="17670" y="78938"/>
                  <a:pt x="39469" y="78938"/>
                </a:cubicBezTo>
                <a:cubicBezTo>
                  <a:pt x="625980" y="78938"/>
                  <a:pt x="643651" y="61267"/>
                  <a:pt x="643651" y="39468"/>
                </a:cubicBezTo>
                <a:cubicBezTo>
                  <a:pt x="643651" y="17670"/>
                  <a:pt x="625980" y="0"/>
                  <a:pt x="604181" y="0"/>
                </a:cubicBezTo>
                <a:close/>
              </a:path>
            </a:pathLst>
          </a:custGeom>
          <a:solidFill>
            <a:srgbClr val="D4A72C"/>
          </a:solidFill>
          <a:ln w="12700">
            <a:noFill/>
          </a:ln>
        </p:spPr>
      </p:sp>
      <p:sp>
        <p:nvSpPr>
          <p:cNvPr id="19" name="TextBox 18"/>
          <p:cNvSpPr txBox="1"/>
          <p:nvPr/>
        </p:nvSpPr>
        <p:spPr>
          <a:xfrm>
            <a:off x="3585133" y="4343400"/>
            <a:ext cx="221353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8586F"/>
                </a:solidFill>
                <a:latin typeface="Arial Black"/>
                <a:ea typeface="Segoe UI"/>
                <a:cs typeface="Segoe UI"/>
              </a:rPr>
              <a:t>Color sobre claro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5867" y="2011680"/>
            <a:ext cx="2487853" cy="3017520"/>
          </a:xfrm>
          <a:prstGeom prst="roundRect">
            <a:avLst/>
          </a:prstGeom>
          <a:solidFill>
            <a:srgbClr val="DC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74155" y="2029968"/>
            <a:ext cx="2451277" cy="2980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reeform"/>
          <p:cNvSpPr/>
          <p:nvPr/>
        </p:nvSpPr>
        <p:spPr>
          <a:xfrm>
            <a:off x="6722554" y="2514600"/>
            <a:ext cx="1554479" cy="1554480"/>
          </a:xfrm>
          <a:custGeom>
            <a:avLst/>
            <a:gdLst/>
            <a:pathLst>
              <a:path w="1554479" h="1554480">
                <a:moveTo>
                  <a:pt x="352186" y="0"/>
                </a:moveTo>
                <a:cubicBezTo>
                  <a:pt x="157679" y="0"/>
                  <a:pt x="0" y="157679"/>
                  <a:pt x="0" y="352186"/>
                </a:cubicBezTo>
                <a:cubicBezTo>
                  <a:pt x="0" y="1396800"/>
                  <a:pt x="157679" y="1554480"/>
                  <a:pt x="352186" y="1554480"/>
                </a:cubicBezTo>
                <a:cubicBezTo>
                  <a:pt x="1396799" y="1554480"/>
                  <a:pt x="1554479" y="1396800"/>
                  <a:pt x="1554479" y="1202293"/>
                </a:cubicBezTo>
                <a:cubicBezTo>
                  <a:pt x="1554479" y="157679"/>
                  <a:pt x="1396799" y="0"/>
                  <a:pt x="1202292" y="0"/>
                </a:cubicBezTo>
                <a:close/>
              </a:path>
            </a:pathLst>
          </a:custGeom>
          <a:solidFill>
            <a:srgbClr val="18233A"/>
          </a:solidFill>
          <a:ln w="12700">
            <a:noFill/>
          </a:ln>
        </p:spPr>
      </p:sp>
      <p:sp>
        <p:nvSpPr>
          <p:cNvPr id="23" name="Freeform"/>
          <p:cNvSpPr/>
          <p:nvPr/>
        </p:nvSpPr>
        <p:spPr>
          <a:xfrm>
            <a:off x="7196185" y="2915364"/>
            <a:ext cx="607218" cy="680084"/>
          </a:xfrm>
          <a:custGeom>
            <a:avLst/>
            <a:gdLst/>
            <a:pathLst>
              <a:path w="607218" h="680084">
                <a:moveTo>
                  <a:pt x="0" y="109299"/>
                </a:moveTo>
                <a:cubicBezTo>
                  <a:pt x="0" y="109299"/>
                  <a:pt x="303609" y="680084"/>
                  <a:pt x="303609" y="680084"/>
                </a:cubicBezTo>
                <a:cubicBezTo>
                  <a:pt x="303609" y="680084"/>
                  <a:pt x="607218" y="0"/>
                  <a:pt x="607218" y="0"/>
                </a:cubicBezTo>
                <a:close/>
              </a:path>
            </a:pathLst>
          </a:custGeom>
          <a:noFill/>
          <a:ln w="812800">
            <a:solidFill>
              <a:srgbClr val="FFFFFF"/>
            </a:solidFill>
            <a:round/>
          </a:ln>
        </p:spPr>
      </p:sp>
      <p:sp>
        <p:nvSpPr>
          <p:cNvPr id="24" name="Freeform"/>
          <p:cNvSpPr/>
          <p:nvPr/>
        </p:nvSpPr>
        <p:spPr>
          <a:xfrm>
            <a:off x="7536227" y="2915364"/>
            <a:ext cx="267176" cy="598110"/>
          </a:xfrm>
          <a:custGeom>
            <a:avLst/>
            <a:gdLst/>
            <a:pathLst>
              <a:path w="267176" h="598110">
                <a:moveTo>
                  <a:pt x="0" y="598110"/>
                </a:moveTo>
                <a:cubicBezTo>
                  <a:pt x="0" y="598110"/>
                  <a:pt x="267176" y="0"/>
                  <a:pt x="267176" y="0"/>
                </a:cubicBezTo>
              </a:path>
            </a:pathLst>
          </a:custGeom>
          <a:noFill/>
          <a:ln w="812800">
            <a:solidFill>
              <a:srgbClr val="FFFFFF"/>
            </a:solidFill>
          </a:ln>
        </p:spPr>
      </p:sp>
      <p:sp>
        <p:nvSpPr>
          <p:cNvPr id="25" name="Freeform"/>
          <p:cNvSpPr/>
          <p:nvPr/>
        </p:nvSpPr>
        <p:spPr>
          <a:xfrm>
            <a:off x="7177968" y="3722965"/>
            <a:ext cx="643651" cy="78938"/>
          </a:xfrm>
          <a:custGeom>
            <a:avLst/>
            <a:gdLst/>
            <a:pathLst>
              <a:path w="643651" h="78938">
                <a:moveTo>
                  <a:pt x="39469" y="0"/>
                </a:moveTo>
                <a:cubicBezTo>
                  <a:pt x="17670" y="0"/>
                  <a:pt x="0" y="17670"/>
                  <a:pt x="0" y="39468"/>
                </a:cubicBezTo>
                <a:cubicBezTo>
                  <a:pt x="0" y="61267"/>
                  <a:pt x="17670" y="78938"/>
                  <a:pt x="39469" y="78938"/>
                </a:cubicBezTo>
                <a:cubicBezTo>
                  <a:pt x="625980" y="78938"/>
                  <a:pt x="643651" y="61267"/>
                  <a:pt x="643651" y="39468"/>
                </a:cubicBezTo>
                <a:cubicBezTo>
                  <a:pt x="643651" y="17670"/>
                  <a:pt x="625980" y="0"/>
                  <a:pt x="604181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</p:sp>
      <p:sp>
        <p:nvSpPr>
          <p:cNvPr id="26" name="TextBox 25"/>
          <p:cNvSpPr txBox="1"/>
          <p:nvPr/>
        </p:nvSpPr>
        <p:spPr>
          <a:xfrm>
            <a:off x="6393027" y="4343400"/>
            <a:ext cx="221353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48586F"/>
                </a:solidFill>
                <a:latin typeface="Arial Black"/>
                <a:ea typeface="Segoe UI"/>
                <a:cs typeface="Segoe UI"/>
              </a:rPr>
              <a:t>Monocromo tinta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63761" y="2011680"/>
            <a:ext cx="2487853" cy="3017520"/>
          </a:xfrm>
          <a:prstGeom prst="roundRect">
            <a:avLst/>
          </a:prstGeom>
          <a:solidFill>
            <a:srgbClr val="DC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82049" y="2029968"/>
            <a:ext cx="2451277" cy="2980944"/>
          </a:xfrm>
          <a:prstGeom prst="roundRect">
            <a:avLst/>
          </a:prstGeom>
          <a:solidFill>
            <a:srgbClr val="182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Freeform"/>
          <p:cNvSpPr/>
          <p:nvPr/>
        </p:nvSpPr>
        <p:spPr>
          <a:xfrm>
            <a:off x="9530448" y="2514600"/>
            <a:ext cx="1554479" cy="1554480"/>
          </a:xfrm>
          <a:custGeom>
            <a:avLst/>
            <a:gdLst/>
            <a:pathLst>
              <a:path w="1554479" h="1554480">
                <a:moveTo>
                  <a:pt x="352186" y="0"/>
                </a:moveTo>
                <a:cubicBezTo>
                  <a:pt x="157679" y="0"/>
                  <a:pt x="0" y="157679"/>
                  <a:pt x="0" y="352186"/>
                </a:cubicBezTo>
                <a:cubicBezTo>
                  <a:pt x="0" y="1396800"/>
                  <a:pt x="157679" y="1554480"/>
                  <a:pt x="352186" y="1554480"/>
                </a:cubicBezTo>
                <a:cubicBezTo>
                  <a:pt x="1396799" y="1554480"/>
                  <a:pt x="1554479" y="1396800"/>
                  <a:pt x="1554479" y="1202293"/>
                </a:cubicBezTo>
                <a:cubicBezTo>
                  <a:pt x="1554479" y="157679"/>
                  <a:pt x="1396799" y="0"/>
                  <a:pt x="1202292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</p:sp>
      <p:sp>
        <p:nvSpPr>
          <p:cNvPr id="30" name="Freeform"/>
          <p:cNvSpPr/>
          <p:nvPr/>
        </p:nvSpPr>
        <p:spPr>
          <a:xfrm>
            <a:off x="10004078" y="2915364"/>
            <a:ext cx="607218" cy="680084"/>
          </a:xfrm>
          <a:custGeom>
            <a:avLst/>
            <a:gdLst/>
            <a:pathLst>
              <a:path w="607218" h="680084">
                <a:moveTo>
                  <a:pt x="0" y="109299"/>
                </a:moveTo>
                <a:cubicBezTo>
                  <a:pt x="0" y="109299"/>
                  <a:pt x="303609" y="680084"/>
                  <a:pt x="303609" y="680084"/>
                </a:cubicBezTo>
                <a:cubicBezTo>
                  <a:pt x="303609" y="680084"/>
                  <a:pt x="607218" y="0"/>
                  <a:pt x="607218" y="0"/>
                </a:cubicBezTo>
                <a:close/>
              </a:path>
            </a:pathLst>
          </a:custGeom>
          <a:noFill/>
          <a:ln w="812800">
            <a:solidFill>
              <a:srgbClr val="18233A"/>
            </a:solidFill>
            <a:round/>
          </a:ln>
        </p:spPr>
      </p:sp>
      <p:sp>
        <p:nvSpPr>
          <p:cNvPr id="31" name="Freeform"/>
          <p:cNvSpPr/>
          <p:nvPr/>
        </p:nvSpPr>
        <p:spPr>
          <a:xfrm>
            <a:off x="10344121" y="2915364"/>
            <a:ext cx="267176" cy="598110"/>
          </a:xfrm>
          <a:custGeom>
            <a:avLst/>
            <a:gdLst/>
            <a:pathLst>
              <a:path w="267176" h="598110">
                <a:moveTo>
                  <a:pt x="0" y="598110"/>
                </a:moveTo>
                <a:cubicBezTo>
                  <a:pt x="0" y="598110"/>
                  <a:pt x="267176" y="0"/>
                  <a:pt x="267176" y="0"/>
                </a:cubicBezTo>
              </a:path>
            </a:pathLst>
          </a:custGeom>
          <a:noFill/>
          <a:ln w="812800">
            <a:solidFill>
              <a:srgbClr val="18233A"/>
            </a:solidFill>
          </a:ln>
        </p:spPr>
      </p:sp>
      <p:sp>
        <p:nvSpPr>
          <p:cNvPr id="32" name="Freeform"/>
          <p:cNvSpPr/>
          <p:nvPr/>
        </p:nvSpPr>
        <p:spPr>
          <a:xfrm>
            <a:off x="9985862" y="3722965"/>
            <a:ext cx="643651" cy="78938"/>
          </a:xfrm>
          <a:custGeom>
            <a:avLst/>
            <a:gdLst/>
            <a:pathLst>
              <a:path w="643651" h="78938">
                <a:moveTo>
                  <a:pt x="39469" y="0"/>
                </a:moveTo>
                <a:cubicBezTo>
                  <a:pt x="17670" y="0"/>
                  <a:pt x="0" y="17670"/>
                  <a:pt x="0" y="39468"/>
                </a:cubicBezTo>
                <a:cubicBezTo>
                  <a:pt x="0" y="61267"/>
                  <a:pt x="17670" y="78938"/>
                  <a:pt x="39469" y="78938"/>
                </a:cubicBezTo>
                <a:cubicBezTo>
                  <a:pt x="625980" y="78938"/>
                  <a:pt x="643651" y="61267"/>
                  <a:pt x="643651" y="39468"/>
                </a:cubicBezTo>
                <a:cubicBezTo>
                  <a:pt x="643651" y="17670"/>
                  <a:pt x="625980" y="0"/>
                  <a:pt x="604181" y="0"/>
                </a:cubicBezTo>
                <a:close/>
              </a:path>
            </a:pathLst>
          </a:custGeom>
          <a:solidFill>
            <a:srgbClr val="18233A"/>
          </a:solidFill>
          <a:ln w="12700">
            <a:noFill/>
          </a:ln>
        </p:spPr>
      </p:sp>
      <p:sp>
        <p:nvSpPr>
          <p:cNvPr id="33" name="TextBox 32"/>
          <p:cNvSpPr txBox="1"/>
          <p:nvPr/>
        </p:nvSpPr>
        <p:spPr>
          <a:xfrm>
            <a:off x="9200921" y="4343400"/>
            <a:ext cx="221353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FC0DC"/>
                </a:solidFill>
                <a:latin typeface="Arial Black"/>
                <a:ea typeface="Segoe UI"/>
                <a:cs typeface="Segoe UI"/>
              </a:rPr>
              <a:t>Monocromo blanco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Mantén siempre el contraste: el oro solo sobre azul/tinta, o texto oscuro sobre el oro.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8233A"/>
                </a:solidFill>
                <a:latin typeface="Arial Black"/>
                <a:ea typeface="Segoe UI"/>
                <a:cs typeface="Segoe UI"/>
              </a:rPr>
              <a:t>Lockups y área de resguardo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97280"/>
            <a:ext cx="1234440" cy="50292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Combinaciones oficiales y usos mínimos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7182916" cy="2011680"/>
          </a:xfrm>
          <a:prstGeom prst="roundRect">
            <a:avLst/>
          </a:prstGeom>
          <a:solidFill>
            <a:srgbClr val="DC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7146340" cy="197510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"/>
          <p:cNvSpPr/>
          <p:nvPr/>
        </p:nvSpPr>
        <p:spPr>
          <a:xfrm>
            <a:off x="914400" y="2084831"/>
            <a:ext cx="1325880" cy="1325879"/>
          </a:xfrm>
          <a:custGeom>
            <a:avLst/>
            <a:gdLst/>
            <a:pathLst>
              <a:path w="1325880" h="1325879">
                <a:moveTo>
                  <a:pt x="300394" y="0"/>
                </a:moveTo>
                <a:cubicBezTo>
                  <a:pt x="134491" y="0"/>
                  <a:pt x="0" y="134491"/>
                  <a:pt x="0" y="300394"/>
                </a:cubicBezTo>
                <a:cubicBezTo>
                  <a:pt x="0" y="1191387"/>
                  <a:pt x="134491" y="1325879"/>
                  <a:pt x="300394" y="1325879"/>
                </a:cubicBezTo>
                <a:cubicBezTo>
                  <a:pt x="1191388" y="1325879"/>
                  <a:pt x="1325880" y="1191387"/>
                  <a:pt x="1325880" y="1025484"/>
                </a:cubicBezTo>
                <a:cubicBezTo>
                  <a:pt x="1325880" y="134491"/>
                  <a:pt x="1191388" y="0"/>
                  <a:pt x="1025485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EC7">
                  <a:alpha val="100000"/>
                </a:srgbClr>
              </a:gs>
              <a:gs pos="100000">
                <a:srgbClr val="0F3D63">
                  <a:alpha val="100000"/>
                </a:srgbClr>
              </a:gs>
            </a:gsLst>
            <a:lin ang="2700000" scaled="1"/>
          </a:gradFill>
          <a:ln w="12700">
            <a:noFill/>
          </a:ln>
        </p:spPr>
      </p:sp>
      <p:sp>
        <p:nvSpPr>
          <p:cNvPr id="9" name="Freeform"/>
          <p:cNvSpPr/>
          <p:nvPr/>
        </p:nvSpPr>
        <p:spPr>
          <a:xfrm>
            <a:off x="1318379" y="2426660"/>
            <a:ext cx="517921" cy="580072"/>
          </a:xfrm>
          <a:custGeom>
            <a:avLst/>
            <a:gdLst/>
            <a:pathLst>
              <a:path w="517921" h="580072">
                <a:moveTo>
                  <a:pt x="0" y="93225"/>
                </a:moveTo>
                <a:cubicBezTo>
                  <a:pt x="0" y="93225"/>
                  <a:pt x="258960" y="580072"/>
                  <a:pt x="258960" y="580072"/>
                </a:cubicBezTo>
                <a:cubicBezTo>
                  <a:pt x="258960" y="580072"/>
                  <a:pt x="517921" y="0"/>
                  <a:pt x="517921" y="0"/>
                </a:cubicBezTo>
                <a:close/>
              </a:path>
            </a:pathLst>
          </a:custGeom>
          <a:noFill/>
          <a:ln w="812800">
            <a:solidFill>
              <a:srgbClr val="FFFFFF"/>
            </a:solidFill>
            <a:round/>
          </a:ln>
        </p:spPr>
      </p:sp>
      <p:sp>
        <p:nvSpPr>
          <p:cNvPr id="10" name="Freeform"/>
          <p:cNvSpPr/>
          <p:nvPr/>
        </p:nvSpPr>
        <p:spPr>
          <a:xfrm>
            <a:off x="1608415" y="2426660"/>
            <a:ext cx="227885" cy="510153"/>
          </a:xfrm>
          <a:custGeom>
            <a:avLst/>
            <a:gdLst/>
            <a:pathLst>
              <a:path w="227885" h="510153">
                <a:moveTo>
                  <a:pt x="0" y="510153"/>
                </a:moveTo>
                <a:cubicBezTo>
                  <a:pt x="0" y="510153"/>
                  <a:pt x="227885" y="0"/>
                  <a:pt x="227885" y="0"/>
                </a:cubicBezTo>
              </a:path>
            </a:pathLst>
          </a:custGeom>
          <a:noFill/>
          <a:ln w="812800">
            <a:solidFill>
              <a:srgbClr val="D4A72C"/>
            </a:solidFill>
          </a:ln>
        </p:spPr>
      </p:sp>
      <p:sp>
        <p:nvSpPr>
          <p:cNvPr id="11" name="Freeform"/>
          <p:cNvSpPr/>
          <p:nvPr/>
        </p:nvSpPr>
        <p:spPr>
          <a:xfrm>
            <a:off x="1302841" y="3115496"/>
            <a:ext cx="548997" cy="67329"/>
          </a:xfrm>
          <a:custGeom>
            <a:avLst/>
            <a:gdLst/>
            <a:pathLst>
              <a:path w="548997" h="67329">
                <a:moveTo>
                  <a:pt x="33664" y="0"/>
                </a:moveTo>
                <a:cubicBezTo>
                  <a:pt x="15072" y="0"/>
                  <a:pt x="0" y="15072"/>
                  <a:pt x="0" y="33664"/>
                </a:cubicBezTo>
                <a:cubicBezTo>
                  <a:pt x="0" y="52256"/>
                  <a:pt x="15072" y="67329"/>
                  <a:pt x="33664" y="67329"/>
                </a:cubicBezTo>
                <a:cubicBezTo>
                  <a:pt x="533924" y="67329"/>
                  <a:pt x="548997" y="52256"/>
                  <a:pt x="548997" y="33664"/>
                </a:cubicBezTo>
                <a:cubicBezTo>
                  <a:pt x="548997" y="15072"/>
                  <a:pt x="533924" y="0"/>
                  <a:pt x="515332" y="0"/>
                </a:cubicBezTo>
                <a:close/>
              </a:path>
            </a:pathLst>
          </a:custGeom>
          <a:solidFill>
            <a:srgbClr val="D4A72C"/>
          </a:solidFill>
          <a:ln w="12700">
            <a:noFill/>
          </a:ln>
        </p:spPr>
      </p:sp>
      <p:sp>
        <p:nvSpPr>
          <p:cNvPr id="12" name="TextBox 11"/>
          <p:cNvSpPr txBox="1"/>
          <p:nvPr/>
        </p:nvSpPr>
        <p:spPr>
          <a:xfrm>
            <a:off x="2377439" y="221284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3D63"/>
                </a:solidFill>
                <a:latin typeface="Arial Black"/>
                <a:ea typeface="Segoe UI"/>
                <a:cs typeface="Segoe UI"/>
              </a:rPr>
              <a:t>EDUVIAGT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4015" y="2798064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2E6E9E"/>
                </a:solidFill>
                <a:latin typeface="Segoe UI"/>
                <a:ea typeface="Segoe UI"/>
                <a:cs typeface="Segoe UI"/>
              </a:rPr>
              <a:t>Sistema Integral de Gestión de Becas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4015" y="312724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MINISTERIO DE EDUCACIÓN · GUATEMALA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4813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Lockup horizontal (principal)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7316" y="1737360"/>
            <a:ext cx="3454298" cy="2011680"/>
          </a:xfrm>
          <a:prstGeom prst="roundRect">
            <a:avLst/>
          </a:prstGeom>
          <a:solidFill>
            <a:srgbClr val="1823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"/>
          <p:cNvSpPr/>
          <p:nvPr/>
        </p:nvSpPr>
        <p:spPr>
          <a:xfrm>
            <a:off x="9252965" y="1993392"/>
            <a:ext cx="1143000" cy="1143000"/>
          </a:xfrm>
          <a:custGeom>
            <a:avLst/>
            <a:gdLst/>
            <a:pathLst>
              <a:path w="1143000" h="1143000">
                <a:moveTo>
                  <a:pt x="258960" y="0"/>
                </a:moveTo>
                <a:cubicBezTo>
                  <a:pt x="115940" y="0"/>
                  <a:pt x="0" y="115940"/>
                  <a:pt x="0" y="258960"/>
                </a:cubicBezTo>
                <a:cubicBezTo>
                  <a:pt x="0" y="1027059"/>
                  <a:pt x="115940" y="1143000"/>
                  <a:pt x="258960" y="1143000"/>
                </a:cubicBezTo>
                <a:cubicBezTo>
                  <a:pt x="1027059" y="1143000"/>
                  <a:pt x="1143000" y="1027059"/>
                  <a:pt x="1143000" y="884039"/>
                </a:cubicBezTo>
                <a:cubicBezTo>
                  <a:pt x="1143000" y="115940"/>
                  <a:pt x="1027059" y="0"/>
                  <a:pt x="884039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</p:sp>
      <p:sp>
        <p:nvSpPr>
          <p:cNvPr id="18" name="Freeform"/>
          <p:cNvSpPr/>
          <p:nvPr/>
        </p:nvSpPr>
        <p:spPr>
          <a:xfrm>
            <a:off x="9601223" y="2288071"/>
            <a:ext cx="446484" cy="500062"/>
          </a:xfrm>
          <a:custGeom>
            <a:avLst/>
            <a:gdLst/>
            <a:pathLst>
              <a:path w="446484" h="500062">
                <a:moveTo>
                  <a:pt x="0" y="80367"/>
                </a:moveTo>
                <a:cubicBezTo>
                  <a:pt x="0" y="80367"/>
                  <a:pt x="223242" y="500062"/>
                  <a:pt x="223242" y="500062"/>
                </a:cubicBezTo>
                <a:cubicBezTo>
                  <a:pt x="223242" y="500062"/>
                  <a:pt x="446484" y="0"/>
                  <a:pt x="446484" y="0"/>
                </a:cubicBezTo>
                <a:close/>
              </a:path>
            </a:pathLst>
          </a:custGeom>
          <a:noFill/>
          <a:ln w="812800">
            <a:solidFill>
              <a:srgbClr val="18233A"/>
            </a:solidFill>
            <a:round/>
          </a:ln>
        </p:spPr>
      </p:sp>
      <p:sp>
        <p:nvSpPr>
          <p:cNvPr id="19" name="Freeform"/>
          <p:cNvSpPr/>
          <p:nvPr/>
        </p:nvSpPr>
        <p:spPr>
          <a:xfrm>
            <a:off x="9851255" y="2288071"/>
            <a:ext cx="196453" cy="439787"/>
          </a:xfrm>
          <a:custGeom>
            <a:avLst/>
            <a:gdLst/>
            <a:pathLst>
              <a:path w="196453" h="439787">
                <a:moveTo>
                  <a:pt x="0" y="439787"/>
                </a:moveTo>
                <a:cubicBezTo>
                  <a:pt x="0" y="439787"/>
                  <a:pt x="196453" y="0"/>
                  <a:pt x="196453" y="0"/>
                </a:cubicBezTo>
              </a:path>
            </a:pathLst>
          </a:custGeom>
          <a:noFill/>
          <a:ln w="812800">
            <a:solidFill>
              <a:srgbClr val="18233A"/>
            </a:solidFill>
          </a:ln>
        </p:spPr>
      </p:sp>
      <p:sp>
        <p:nvSpPr>
          <p:cNvPr id="20" name="Freeform"/>
          <p:cNvSpPr/>
          <p:nvPr/>
        </p:nvSpPr>
        <p:spPr>
          <a:xfrm>
            <a:off x="9587829" y="2881895"/>
            <a:ext cx="473273" cy="58042"/>
          </a:xfrm>
          <a:custGeom>
            <a:avLst/>
            <a:gdLst/>
            <a:pathLst>
              <a:path w="473273" h="58042">
                <a:moveTo>
                  <a:pt x="29021" y="0"/>
                </a:moveTo>
                <a:cubicBezTo>
                  <a:pt x="12993" y="0"/>
                  <a:pt x="0" y="12993"/>
                  <a:pt x="0" y="29021"/>
                </a:cubicBezTo>
                <a:cubicBezTo>
                  <a:pt x="0" y="45048"/>
                  <a:pt x="12993" y="58042"/>
                  <a:pt x="29021" y="58042"/>
                </a:cubicBezTo>
                <a:cubicBezTo>
                  <a:pt x="460279" y="58042"/>
                  <a:pt x="473273" y="45048"/>
                  <a:pt x="473273" y="29021"/>
                </a:cubicBezTo>
                <a:cubicBezTo>
                  <a:pt x="473273" y="12993"/>
                  <a:pt x="460279" y="0"/>
                  <a:pt x="444251" y="0"/>
                </a:cubicBezTo>
                <a:close/>
              </a:path>
            </a:pathLst>
          </a:custGeom>
          <a:solidFill>
            <a:srgbClr val="18233A"/>
          </a:solidFill>
          <a:ln w="12700">
            <a:noFill/>
          </a:ln>
        </p:spPr>
      </p:sp>
      <p:sp>
        <p:nvSpPr>
          <p:cNvPr id="21" name="TextBox 20"/>
          <p:cNvSpPr txBox="1"/>
          <p:nvPr/>
        </p:nvSpPr>
        <p:spPr>
          <a:xfrm>
            <a:off x="8097316" y="3200400"/>
            <a:ext cx="345429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FC0DC"/>
                </a:solidFill>
                <a:latin typeface="Segoe UI"/>
                <a:ea typeface="Segoe UI"/>
                <a:cs typeface="Segoe UI"/>
              </a:rPr>
              <a:t>Solo isotipo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7316" y="1481328"/>
            <a:ext cx="34542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Color / monocromo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31920"/>
            <a:ext cx="3454298" cy="2377440"/>
          </a:xfrm>
          <a:prstGeom prst="roundRect">
            <a:avLst/>
          </a:prstGeom>
          <a:solidFill>
            <a:srgbClr val="DC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8368" y="3950207"/>
            <a:ext cx="3417722" cy="23408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Freeform"/>
          <p:cNvSpPr/>
          <p:nvPr/>
        </p:nvSpPr>
        <p:spPr>
          <a:xfrm>
            <a:off x="1681429" y="4114800"/>
            <a:ext cx="1371600" cy="1371600"/>
          </a:xfrm>
          <a:custGeom>
            <a:avLst/>
            <a:gdLst/>
            <a:pathLst>
              <a:path w="1371600" h="1371600">
                <a:moveTo>
                  <a:pt x="310753" y="0"/>
                </a:moveTo>
                <a:cubicBezTo>
                  <a:pt x="139128" y="0"/>
                  <a:pt x="0" y="139128"/>
                  <a:pt x="0" y="310753"/>
                </a:cubicBezTo>
                <a:cubicBezTo>
                  <a:pt x="0" y="1232471"/>
                  <a:pt x="139128" y="1371600"/>
                  <a:pt x="310753" y="1371600"/>
                </a:cubicBezTo>
                <a:cubicBezTo>
                  <a:pt x="1232471" y="1371600"/>
                  <a:pt x="1371600" y="1232471"/>
                  <a:pt x="1371600" y="1060846"/>
                </a:cubicBezTo>
                <a:cubicBezTo>
                  <a:pt x="1371600" y="139128"/>
                  <a:pt x="1232471" y="0"/>
                  <a:pt x="1060846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EC7">
                  <a:alpha val="100000"/>
                </a:srgbClr>
              </a:gs>
              <a:gs pos="100000">
                <a:srgbClr val="0F3D63">
                  <a:alpha val="100000"/>
                </a:srgbClr>
              </a:gs>
            </a:gsLst>
            <a:lin ang="2700000" scaled="1"/>
          </a:gradFill>
          <a:ln w="12700">
            <a:noFill/>
          </a:ln>
        </p:spPr>
      </p:sp>
      <p:sp>
        <p:nvSpPr>
          <p:cNvPr id="26" name="Freeform"/>
          <p:cNvSpPr/>
          <p:nvPr/>
        </p:nvSpPr>
        <p:spPr>
          <a:xfrm>
            <a:off x="2099338" y="4468415"/>
            <a:ext cx="535781" cy="600075"/>
          </a:xfrm>
          <a:custGeom>
            <a:avLst/>
            <a:gdLst/>
            <a:pathLst>
              <a:path w="535781" h="600075">
                <a:moveTo>
                  <a:pt x="0" y="96440"/>
                </a:moveTo>
                <a:cubicBezTo>
                  <a:pt x="0" y="96440"/>
                  <a:pt x="267890" y="600075"/>
                  <a:pt x="267890" y="600075"/>
                </a:cubicBezTo>
                <a:cubicBezTo>
                  <a:pt x="267890" y="600075"/>
                  <a:pt x="535781" y="0"/>
                  <a:pt x="535781" y="0"/>
                </a:cubicBezTo>
                <a:close/>
              </a:path>
            </a:pathLst>
          </a:custGeom>
          <a:noFill/>
          <a:ln w="812800">
            <a:solidFill>
              <a:srgbClr val="FFFFFF"/>
            </a:solidFill>
            <a:round/>
          </a:ln>
        </p:spPr>
      </p:sp>
      <p:sp>
        <p:nvSpPr>
          <p:cNvPr id="27" name="Freeform"/>
          <p:cNvSpPr/>
          <p:nvPr/>
        </p:nvSpPr>
        <p:spPr>
          <a:xfrm>
            <a:off x="2399376" y="4468415"/>
            <a:ext cx="235743" cy="527744"/>
          </a:xfrm>
          <a:custGeom>
            <a:avLst/>
            <a:gdLst/>
            <a:pathLst>
              <a:path w="235743" h="527744">
                <a:moveTo>
                  <a:pt x="0" y="527744"/>
                </a:moveTo>
                <a:cubicBezTo>
                  <a:pt x="0" y="527744"/>
                  <a:pt x="235743" y="0"/>
                  <a:pt x="235743" y="0"/>
                </a:cubicBezTo>
              </a:path>
            </a:pathLst>
          </a:custGeom>
          <a:noFill/>
          <a:ln w="812800">
            <a:solidFill>
              <a:srgbClr val="D4A72C"/>
            </a:solidFill>
          </a:ln>
        </p:spPr>
      </p:sp>
      <p:sp>
        <p:nvSpPr>
          <p:cNvPr id="28" name="Freeform"/>
          <p:cNvSpPr/>
          <p:nvPr/>
        </p:nvSpPr>
        <p:spPr>
          <a:xfrm>
            <a:off x="2083265" y="5181004"/>
            <a:ext cx="567928" cy="69651"/>
          </a:xfrm>
          <a:custGeom>
            <a:avLst/>
            <a:gdLst/>
            <a:pathLst>
              <a:path w="567928" h="69651">
                <a:moveTo>
                  <a:pt x="34825" y="0"/>
                </a:moveTo>
                <a:cubicBezTo>
                  <a:pt x="15592" y="0"/>
                  <a:pt x="0" y="15591"/>
                  <a:pt x="0" y="34825"/>
                </a:cubicBezTo>
                <a:cubicBezTo>
                  <a:pt x="0" y="54059"/>
                  <a:pt x="15592" y="69651"/>
                  <a:pt x="34825" y="69651"/>
                </a:cubicBezTo>
                <a:cubicBezTo>
                  <a:pt x="552335" y="69651"/>
                  <a:pt x="567928" y="54059"/>
                  <a:pt x="567928" y="34825"/>
                </a:cubicBezTo>
                <a:cubicBezTo>
                  <a:pt x="567928" y="15591"/>
                  <a:pt x="552335" y="0"/>
                  <a:pt x="533102" y="0"/>
                </a:cubicBezTo>
                <a:close/>
              </a:path>
            </a:pathLst>
          </a:custGeom>
          <a:solidFill>
            <a:srgbClr val="D4A72C"/>
          </a:solidFill>
          <a:ln w="12700">
            <a:noFill/>
          </a:ln>
        </p:spPr>
      </p:sp>
      <p:sp>
        <p:nvSpPr>
          <p:cNvPr id="29" name="TextBox 28"/>
          <p:cNvSpPr txBox="1"/>
          <p:nvPr/>
        </p:nvSpPr>
        <p:spPr>
          <a:xfrm>
            <a:off x="777240" y="5596128"/>
            <a:ext cx="317997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3D63"/>
                </a:solidFill>
                <a:latin typeface="Arial Black"/>
                <a:ea typeface="Segoe UI"/>
                <a:cs typeface="Segoe UI"/>
              </a:rPr>
              <a:t>EDUVIAGT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675887"/>
            <a:ext cx="34542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Lockup vertical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68698" y="3931920"/>
            <a:ext cx="3454298" cy="2377440"/>
          </a:xfrm>
          <a:prstGeom prst="roundRect">
            <a:avLst/>
          </a:prstGeom>
          <a:solidFill>
            <a:srgbClr val="DC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386986" y="3950207"/>
            <a:ext cx="3417722" cy="23408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72887" y="4160520"/>
            <a:ext cx="1645919" cy="18288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272887" y="5806440"/>
            <a:ext cx="1645919" cy="18288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72887" y="4160520"/>
            <a:ext cx="18288" cy="1645919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18807" y="4160520"/>
            <a:ext cx="18288" cy="1645919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Freeform"/>
          <p:cNvSpPr/>
          <p:nvPr/>
        </p:nvSpPr>
        <p:spPr>
          <a:xfrm>
            <a:off x="5547207" y="4434840"/>
            <a:ext cx="1097280" cy="1097280"/>
          </a:xfrm>
          <a:custGeom>
            <a:avLst/>
            <a:gdLst/>
            <a:pathLst>
              <a:path w="1097280" h="1097280">
                <a:moveTo>
                  <a:pt x="248602" y="0"/>
                </a:moveTo>
                <a:cubicBezTo>
                  <a:pt x="111303" y="0"/>
                  <a:pt x="0" y="111303"/>
                  <a:pt x="0" y="248602"/>
                </a:cubicBezTo>
                <a:cubicBezTo>
                  <a:pt x="0" y="985976"/>
                  <a:pt x="111303" y="1097280"/>
                  <a:pt x="248602" y="1097280"/>
                </a:cubicBezTo>
                <a:cubicBezTo>
                  <a:pt x="985976" y="1097280"/>
                  <a:pt x="1097280" y="985976"/>
                  <a:pt x="1097280" y="848677"/>
                </a:cubicBezTo>
                <a:cubicBezTo>
                  <a:pt x="1097280" y="111303"/>
                  <a:pt x="985976" y="0"/>
                  <a:pt x="848677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EC7">
                  <a:alpha val="100000"/>
                </a:srgbClr>
              </a:gs>
              <a:gs pos="100000">
                <a:srgbClr val="0F3D63">
                  <a:alpha val="100000"/>
                </a:srgbClr>
              </a:gs>
            </a:gsLst>
            <a:lin ang="2700000" scaled="1"/>
          </a:gradFill>
          <a:ln w="12700">
            <a:noFill/>
          </a:ln>
        </p:spPr>
      </p:sp>
      <p:sp>
        <p:nvSpPr>
          <p:cNvPr id="38" name="Freeform"/>
          <p:cNvSpPr/>
          <p:nvPr/>
        </p:nvSpPr>
        <p:spPr>
          <a:xfrm>
            <a:off x="5881535" y="4717732"/>
            <a:ext cx="428625" cy="480059"/>
          </a:xfrm>
          <a:custGeom>
            <a:avLst/>
            <a:gdLst/>
            <a:pathLst>
              <a:path w="428625" h="480059">
                <a:moveTo>
                  <a:pt x="0" y="77152"/>
                </a:moveTo>
                <a:cubicBezTo>
                  <a:pt x="0" y="77152"/>
                  <a:pt x="214312" y="480059"/>
                  <a:pt x="214312" y="480059"/>
                </a:cubicBezTo>
                <a:cubicBezTo>
                  <a:pt x="214312" y="480059"/>
                  <a:pt x="428625" y="0"/>
                  <a:pt x="428625" y="0"/>
                </a:cubicBezTo>
                <a:close/>
              </a:path>
            </a:pathLst>
          </a:custGeom>
          <a:noFill/>
          <a:ln w="812800">
            <a:solidFill>
              <a:srgbClr val="FFFFFF"/>
            </a:solidFill>
            <a:round/>
          </a:ln>
        </p:spPr>
      </p:sp>
      <p:sp>
        <p:nvSpPr>
          <p:cNvPr id="39" name="Freeform"/>
          <p:cNvSpPr/>
          <p:nvPr/>
        </p:nvSpPr>
        <p:spPr>
          <a:xfrm>
            <a:off x="6121565" y="4717732"/>
            <a:ext cx="188594" cy="422195"/>
          </a:xfrm>
          <a:custGeom>
            <a:avLst/>
            <a:gdLst/>
            <a:pathLst>
              <a:path w="188594" h="422195">
                <a:moveTo>
                  <a:pt x="0" y="422195"/>
                </a:moveTo>
                <a:cubicBezTo>
                  <a:pt x="0" y="422195"/>
                  <a:pt x="188594" y="0"/>
                  <a:pt x="188594" y="0"/>
                </a:cubicBezTo>
              </a:path>
            </a:pathLst>
          </a:custGeom>
          <a:noFill/>
          <a:ln w="812800">
            <a:solidFill>
              <a:srgbClr val="D4A72C"/>
            </a:solidFill>
          </a:ln>
        </p:spPr>
      </p:sp>
      <p:sp>
        <p:nvSpPr>
          <p:cNvPr id="40" name="Freeform"/>
          <p:cNvSpPr/>
          <p:nvPr/>
        </p:nvSpPr>
        <p:spPr>
          <a:xfrm>
            <a:off x="5868676" y="5287803"/>
            <a:ext cx="454342" cy="55721"/>
          </a:xfrm>
          <a:custGeom>
            <a:avLst/>
            <a:gdLst/>
            <a:pathLst>
              <a:path w="454342" h="55721">
                <a:moveTo>
                  <a:pt x="27860" y="0"/>
                </a:moveTo>
                <a:cubicBezTo>
                  <a:pt x="12473" y="0"/>
                  <a:pt x="0" y="12473"/>
                  <a:pt x="0" y="27860"/>
                </a:cubicBezTo>
                <a:cubicBezTo>
                  <a:pt x="0" y="43247"/>
                  <a:pt x="12473" y="55721"/>
                  <a:pt x="27860" y="55721"/>
                </a:cubicBezTo>
                <a:cubicBezTo>
                  <a:pt x="441868" y="55721"/>
                  <a:pt x="454342" y="43247"/>
                  <a:pt x="454342" y="27860"/>
                </a:cubicBezTo>
                <a:cubicBezTo>
                  <a:pt x="454342" y="12473"/>
                  <a:pt x="441868" y="0"/>
                  <a:pt x="426481" y="0"/>
                </a:cubicBezTo>
                <a:close/>
              </a:path>
            </a:pathLst>
          </a:custGeom>
          <a:solidFill>
            <a:srgbClr val="D4A72C"/>
          </a:solidFill>
          <a:ln w="12700">
            <a:noFill/>
          </a:ln>
        </p:spPr>
      </p:sp>
      <p:sp>
        <p:nvSpPr>
          <p:cNvPr id="41" name="TextBox 40"/>
          <p:cNvSpPr txBox="1"/>
          <p:nvPr/>
        </p:nvSpPr>
        <p:spPr>
          <a:xfrm>
            <a:off x="4368698" y="3675887"/>
            <a:ext cx="34542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Área de resguardo = 0.5×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68698" y="5943600"/>
            <a:ext cx="345429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Nada entra en el marco dorado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97316" y="3931920"/>
            <a:ext cx="3454298" cy="2377440"/>
          </a:xfrm>
          <a:prstGeom prst="roundRect">
            <a:avLst/>
          </a:prstGeom>
          <a:solidFill>
            <a:srgbClr val="DC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115604" y="3950207"/>
            <a:ext cx="3417722" cy="23408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Freeform"/>
          <p:cNvSpPr/>
          <p:nvPr/>
        </p:nvSpPr>
        <p:spPr>
          <a:xfrm>
            <a:off x="8600236" y="4983480"/>
            <a:ext cx="457200" cy="457200"/>
          </a:xfrm>
          <a:custGeom>
            <a:avLst/>
            <a:gdLst/>
            <a:pathLst>
              <a:path w="457200" h="457200">
                <a:moveTo>
                  <a:pt x="103584" y="0"/>
                </a:moveTo>
                <a:cubicBezTo>
                  <a:pt x="46376" y="0"/>
                  <a:pt x="0" y="46376"/>
                  <a:pt x="0" y="103584"/>
                </a:cubicBezTo>
                <a:cubicBezTo>
                  <a:pt x="0" y="410823"/>
                  <a:pt x="46376" y="457200"/>
                  <a:pt x="103584" y="457200"/>
                </a:cubicBezTo>
                <a:cubicBezTo>
                  <a:pt x="410823" y="457200"/>
                  <a:pt x="457200" y="410823"/>
                  <a:pt x="457200" y="353615"/>
                </a:cubicBezTo>
                <a:cubicBezTo>
                  <a:pt x="457200" y="46376"/>
                  <a:pt x="410823" y="0"/>
                  <a:pt x="353615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EC7">
                  <a:alpha val="100000"/>
                </a:srgbClr>
              </a:gs>
              <a:gs pos="100000">
                <a:srgbClr val="0F3D63">
                  <a:alpha val="100000"/>
                </a:srgbClr>
              </a:gs>
            </a:gsLst>
            <a:lin ang="2700000" scaled="1"/>
          </a:gradFill>
          <a:ln w="12700">
            <a:noFill/>
          </a:ln>
        </p:spPr>
      </p:sp>
      <p:sp>
        <p:nvSpPr>
          <p:cNvPr id="46" name="Freeform"/>
          <p:cNvSpPr/>
          <p:nvPr/>
        </p:nvSpPr>
        <p:spPr>
          <a:xfrm>
            <a:off x="8739539" y="5101351"/>
            <a:ext cx="178593" cy="200025"/>
          </a:xfrm>
          <a:custGeom>
            <a:avLst/>
            <a:gdLst/>
            <a:pathLst>
              <a:path w="178593" h="200025">
                <a:moveTo>
                  <a:pt x="0" y="32146"/>
                </a:moveTo>
                <a:cubicBezTo>
                  <a:pt x="0" y="32146"/>
                  <a:pt x="89296" y="200025"/>
                  <a:pt x="89296" y="200025"/>
                </a:cubicBezTo>
                <a:cubicBezTo>
                  <a:pt x="89296" y="200025"/>
                  <a:pt x="178593" y="0"/>
                  <a:pt x="178593" y="0"/>
                </a:cubicBezTo>
                <a:close/>
              </a:path>
            </a:pathLst>
          </a:custGeom>
          <a:noFill/>
          <a:ln w="812800">
            <a:solidFill>
              <a:srgbClr val="FFFFFF"/>
            </a:solidFill>
            <a:round/>
          </a:ln>
        </p:spPr>
      </p:sp>
      <p:sp>
        <p:nvSpPr>
          <p:cNvPr id="47" name="Freeform"/>
          <p:cNvSpPr/>
          <p:nvPr/>
        </p:nvSpPr>
        <p:spPr>
          <a:xfrm>
            <a:off x="8839552" y="5101351"/>
            <a:ext cx="78581" cy="175914"/>
          </a:xfrm>
          <a:custGeom>
            <a:avLst/>
            <a:gdLst/>
            <a:pathLst>
              <a:path w="78581" h="175914">
                <a:moveTo>
                  <a:pt x="0" y="175914"/>
                </a:moveTo>
                <a:cubicBezTo>
                  <a:pt x="0" y="175914"/>
                  <a:pt x="78581" y="0"/>
                  <a:pt x="78581" y="0"/>
                </a:cubicBezTo>
              </a:path>
            </a:pathLst>
          </a:custGeom>
          <a:noFill/>
          <a:ln w="812800">
            <a:solidFill>
              <a:srgbClr val="D4A72C"/>
            </a:solidFill>
          </a:ln>
        </p:spPr>
      </p:sp>
      <p:sp>
        <p:nvSpPr>
          <p:cNvPr id="48" name="Freeform"/>
          <p:cNvSpPr/>
          <p:nvPr/>
        </p:nvSpPr>
        <p:spPr>
          <a:xfrm>
            <a:off x="8734182" y="5338881"/>
            <a:ext cx="189309" cy="23217"/>
          </a:xfrm>
          <a:custGeom>
            <a:avLst/>
            <a:gdLst/>
            <a:pathLst>
              <a:path w="189309" h="23217">
                <a:moveTo>
                  <a:pt x="11608" y="0"/>
                </a:moveTo>
                <a:cubicBezTo>
                  <a:pt x="5197" y="0"/>
                  <a:pt x="0" y="5197"/>
                  <a:pt x="0" y="11608"/>
                </a:cubicBezTo>
                <a:cubicBezTo>
                  <a:pt x="0" y="18019"/>
                  <a:pt x="5197" y="23217"/>
                  <a:pt x="11608" y="23217"/>
                </a:cubicBezTo>
                <a:cubicBezTo>
                  <a:pt x="184111" y="23217"/>
                  <a:pt x="189309" y="18019"/>
                  <a:pt x="189309" y="11608"/>
                </a:cubicBezTo>
                <a:cubicBezTo>
                  <a:pt x="189309" y="5197"/>
                  <a:pt x="184111" y="0"/>
                  <a:pt x="177700" y="0"/>
                </a:cubicBezTo>
                <a:close/>
              </a:path>
            </a:pathLst>
          </a:custGeom>
          <a:solidFill>
            <a:srgbClr val="D4A72C"/>
          </a:solidFill>
          <a:ln w="12700">
            <a:noFill/>
          </a:ln>
        </p:spPr>
      </p:sp>
      <p:sp>
        <p:nvSpPr>
          <p:cNvPr id="49" name="TextBox 48"/>
          <p:cNvSpPr txBox="1"/>
          <p:nvPr/>
        </p:nvSpPr>
        <p:spPr>
          <a:xfrm>
            <a:off x="8280196" y="55138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48 px</a:t>
            </a:r>
          </a:p>
        </p:txBody>
      </p:sp>
      <p:sp>
        <p:nvSpPr>
          <p:cNvPr id="50" name="Freeform"/>
          <p:cNvSpPr/>
          <p:nvPr/>
        </p:nvSpPr>
        <p:spPr>
          <a:xfrm>
            <a:off x="9606076" y="5212080"/>
            <a:ext cx="228600" cy="228600"/>
          </a:xfrm>
          <a:custGeom>
            <a:avLst/>
            <a:gdLst/>
            <a:pathLst>
              <a:path w="228600" h="228600">
                <a:moveTo>
                  <a:pt x="51792" y="0"/>
                </a:moveTo>
                <a:cubicBezTo>
                  <a:pt x="23188" y="0"/>
                  <a:pt x="0" y="23188"/>
                  <a:pt x="0" y="51792"/>
                </a:cubicBezTo>
                <a:cubicBezTo>
                  <a:pt x="0" y="205411"/>
                  <a:pt x="23188" y="228600"/>
                  <a:pt x="51792" y="228600"/>
                </a:cubicBezTo>
                <a:cubicBezTo>
                  <a:pt x="205411" y="228600"/>
                  <a:pt x="228600" y="205411"/>
                  <a:pt x="228600" y="176807"/>
                </a:cubicBezTo>
                <a:cubicBezTo>
                  <a:pt x="228600" y="23188"/>
                  <a:pt x="205411" y="0"/>
                  <a:pt x="176807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EC7">
                  <a:alpha val="100000"/>
                </a:srgbClr>
              </a:gs>
              <a:gs pos="100000">
                <a:srgbClr val="0F3D63">
                  <a:alpha val="100000"/>
                </a:srgbClr>
              </a:gs>
            </a:gsLst>
            <a:lin ang="2700000" scaled="1"/>
          </a:gradFill>
          <a:ln w="12700">
            <a:noFill/>
          </a:ln>
        </p:spPr>
      </p:sp>
      <p:sp>
        <p:nvSpPr>
          <p:cNvPr id="51" name="Freeform"/>
          <p:cNvSpPr/>
          <p:nvPr/>
        </p:nvSpPr>
        <p:spPr>
          <a:xfrm>
            <a:off x="9675728" y="5271015"/>
            <a:ext cx="89296" cy="100012"/>
          </a:xfrm>
          <a:custGeom>
            <a:avLst/>
            <a:gdLst/>
            <a:pathLst>
              <a:path w="89296" h="100012">
                <a:moveTo>
                  <a:pt x="0" y="16073"/>
                </a:moveTo>
                <a:cubicBezTo>
                  <a:pt x="0" y="16073"/>
                  <a:pt x="44648" y="100012"/>
                  <a:pt x="44648" y="100012"/>
                </a:cubicBezTo>
                <a:cubicBezTo>
                  <a:pt x="44648" y="100012"/>
                  <a:pt x="89296" y="0"/>
                  <a:pt x="89296" y="0"/>
                </a:cubicBezTo>
                <a:close/>
              </a:path>
            </a:pathLst>
          </a:custGeom>
          <a:noFill/>
          <a:ln w="812800">
            <a:solidFill>
              <a:srgbClr val="FFFFFF"/>
            </a:solidFill>
            <a:round/>
          </a:ln>
        </p:spPr>
      </p:sp>
      <p:sp>
        <p:nvSpPr>
          <p:cNvPr id="52" name="Freeform"/>
          <p:cNvSpPr/>
          <p:nvPr/>
        </p:nvSpPr>
        <p:spPr>
          <a:xfrm>
            <a:off x="9725734" y="5271015"/>
            <a:ext cx="39290" cy="87957"/>
          </a:xfrm>
          <a:custGeom>
            <a:avLst/>
            <a:gdLst/>
            <a:pathLst>
              <a:path w="39290" h="87957">
                <a:moveTo>
                  <a:pt x="0" y="87957"/>
                </a:moveTo>
                <a:cubicBezTo>
                  <a:pt x="0" y="87957"/>
                  <a:pt x="39290" y="0"/>
                  <a:pt x="39290" y="0"/>
                </a:cubicBezTo>
              </a:path>
            </a:pathLst>
          </a:custGeom>
          <a:noFill/>
          <a:ln w="812800">
            <a:solidFill>
              <a:srgbClr val="D4A72C"/>
            </a:solidFill>
          </a:ln>
        </p:spPr>
      </p:sp>
      <p:sp>
        <p:nvSpPr>
          <p:cNvPr id="53" name="Freeform"/>
          <p:cNvSpPr/>
          <p:nvPr/>
        </p:nvSpPr>
        <p:spPr>
          <a:xfrm>
            <a:off x="9673049" y="5389780"/>
            <a:ext cx="94654" cy="11608"/>
          </a:xfrm>
          <a:custGeom>
            <a:avLst/>
            <a:gdLst/>
            <a:pathLst>
              <a:path w="94654" h="11608">
                <a:moveTo>
                  <a:pt x="5804" y="0"/>
                </a:moveTo>
                <a:cubicBezTo>
                  <a:pt x="2598" y="0"/>
                  <a:pt x="0" y="2598"/>
                  <a:pt x="0" y="5804"/>
                </a:cubicBezTo>
                <a:cubicBezTo>
                  <a:pt x="0" y="9009"/>
                  <a:pt x="2598" y="11608"/>
                  <a:pt x="5804" y="11608"/>
                </a:cubicBezTo>
                <a:cubicBezTo>
                  <a:pt x="92055" y="11608"/>
                  <a:pt x="94654" y="9009"/>
                  <a:pt x="94654" y="5804"/>
                </a:cubicBezTo>
                <a:cubicBezTo>
                  <a:pt x="94654" y="2598"/>
                  <a:pt x="92055" y="0"/>
                  <a:pt x="88849" y="0"/>
                </a:cubicBezTo>
                <a:close/>
              </a:path>
            </a:pathLst>
          </a:custGeom>
          <a:solidFill>
            <a:srgbClr val="D4A72C"/>
          </a:solidFill>
          <a:ln w="12700">
            <a:noFill/>
          </a:ln>
        </p:spPr>
      </p:sp>
      <p:sp>
        <p:nvSpPr>
          <p:cNvPr id="54" name="TextBox 53"/>
          <p:cNvSpPr txBox="1"/>
          <p:nvPr/>
        </p:nvSpPr>
        <p:spPr>
          <a:xfrm>
            <a:off x="9286036" y="55138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24 px</a:t>
            </a:r>
          </a:p>
        </p:txBody>
      </p:sp>
      <p:sp>
        <p:nvSpPr>
          <p:cNvPr id="55" name="Freeform"/>
          <p:cNvSpPr/>
          <p:nvPr/>
        </p:nvSpPr>
        <p:spPr>
          <a:xfrm>
            <a:off x="10611916" y="5287975"/>
            <a:ext cx="152704" cy="152704"/>
          </a:xfrm>
          <a:custGeom>
            <a:avLst/>
            <a:gdLst/>
            <a:pathLst>
              <a:path w="152704" h="152704">
                <a:moveTo>
                  <a:pt x="34597" y="0"/>
                </a:moveTo>
                <a:cubicBezTo>
                  <a:pt x="15489" y="0"/>
                  <a:pt x="0" y="15489"/>
                  <a:pt x="0" y="34596"/>
                </a:cubicBezTo>
                <a:cubicBezTo>
                  <a:pt x="0" y="137214"/>
                  <a:pt x="15489" y="152704"/>
                  <a:pt x="34597" y="152704"/>
                </a:cubicBezTo>
                <a:cubicBezTo>
                  <a:pt x="137214" y="152704"/>
                  <a:pt x="152704" y="137214"/>
                  <a:pt x="152704" y="118107"/>
                </a:cubicBezTo>
                <a:cubicBezTo>
                  <a:pt x="152704" y="15489"/>
                  <a:pt x="137214" y="0"/>
                  <a:pt x="118106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EC7">
                  <a:alpha val="100000"/>
                </a:srgbClr>
              </a:gs>
              <a:gs pos="100000">
                <a:srgbClr val="0F3D63">
                  <a:alpha val="100000"/>
                </a:srgbClr>
              </a:gs>
            </a:gsLst>
            <a:lin ang="2700000" scaled="1"/>
          </a:gradFill>
          <a:ln w="12700">
            <a:noFill/>
          </a:ln>
        </p:spPr>
      </p:sp>
      <p:sp>
        <p:nvSpPr>
          <p:cNvPr id="56" name="Freeform"/>
          <p:cNvSpPr/>
          <p:nvPr/>
        </p:nvSpPr>
        <p:spPr>
          <a:xfrm>
            <a:off x="10658444" y="5327344"/>
            <a:ext cx="59650" cy="66808"/>
          </a:xfrm>
          <a:custGeom>
            <a:avLst/>
            <a:gdLst/>
            <a:pathLst>
              <a:path w="59650" h="66808">
                <a:moveTo>
                  <a:pt x="0" y="10737"/>
                </a:moveTo>
                <a:cubicBezTo>
                  <a:pt x="0" y="10737"/>
                  <a:pt x="29825" y="66808"/>
                  <a:pt x="29825" y="66808"/>
                </a:cubicBezTo>
                <a:cubicBezTo>
                  <a:pt x="29825" y="66808"/>
                  <a:pt x="59650" y="0"/>
                  <a:pt x="59650" y="0"/>
                </a:cubicBezTo>
                <a:close/>
              </a:path>
            </a:pathLst>
          </a:custGeom>
          <a:noFill/>
          <a:ln w="1092200">
            <a:solidFill>
              <a:srgbClr val="FFFFFF"/>
            </a:solidFill>
            <a:round/>
          </a:ln>
        </p:spPr>
      </p:sp>
      <p:sp>
        <p:nvSpPr>
          <p:cNvPr id="57" name="TextBox 56"/>
          <p:cNvSpPr txBox="1"/>
          <p:nvPr/>
        </p:nvSpPr>
        <p:spPr>
          <a:xfrm>
            <a:off x="10291876" y="55138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16 px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97316" y="3675887"/>
            <a:ext cx="345429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Tamaños mínimos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97316" y="5943600"/>
            <a:ext cx="345429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16 px usa el favicon simplificado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18233A"/>
                </a:solidFill>
                <a:latin typeface="Arial Black"/>
                <a:ea typeface="Segoe UI"/>
                <a:cs typeface="Segoe UI"/>
              </a:rPr>
              <a:t>Usos incorrectos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097280"/>
            <a:ext cx="1234440" cy="50292"/>
          </a:xfrm>
          <a:prstGeom prst="rect">
            <a:avLst/>
          </a:prstGeom>
          <a:solidFill>
            <a:srgbClr val="D4A7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48586F"/>
                </a:solidFill>
                <a:latin typeface="Segoe UI"/>
                <a:ea typeface="Segoe UI"/>
                <a:cs typeface="Segoe UI"/>
              </a:rPr>
              <a:t>Qué evitar para proteger la marca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54298" cy="2194560"/>
          </a:xfrm>
          <a:prstGeom prst="roundRect">
            <a:avLst/>
          </a:prstGeom>
          <a:solidFill>
            <a:srgbClr val="DC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3417722" cy="21579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reeform"/>
          <p:cNvSpPr/>
          <p:nvPr/>
        </p:nvSpPr>
        <p:spPr>
          <a:xfrm>
            <a:off x="1681429" y="1773935"/>
            <a:ext cx="1371600" cy="932688"/>
          </a:xfrm>
          <a:custGeom>
            <a:avLst/>
            <a:gdLst/>
            <a:pathLst>
              <a:path w="1371600" h="932688">
                <a:moveTo>
                  <a:pt x="310753" y="0"/>
                </a:moveTo>
                <a:cubicBezTo>
                  <a:pt x="139128" y="0"/>
                  <a:pt x="0" y="94607"/>
                  <a:pt x="0" y="211312"/>
                </a:cubicBezTo>
                <a:cubicBezTo>
                  <a:pt x="0" y="838080"/>
                  <a:pt x="139128" y="932688"/>
                  <a:pt x="310753" y="932688"/>
                </a:cubicBezTo>
                <a:cubicBezTo>
                  <a:pt x="1232471" y="932688"/>
                  <a:pt x="1371600" y="838080"/>
                  <a:pt x="1371600" y="721375"/>
                </a:cubicBezTo>
                <a:cubicBezTo>
                  <a:pt x="1371600" y="94607"/>
                  <a:pt x="1232471" y="0"/>
                  <a:pt x="1060846" y="0"/>
                </a:cubicBezTo>
                <a:close/>
              </a:path>
            </a:pathLst>
          </a:custGeom>
          <a:gradFill rotWithShape="1" flip="none">
            <a:gsLst>
              <a:gs pos="0">
                <a:srgbClr val="3D8EC7">
                  <a:alpha val="100000"/>
                </a:srgbClr>
              </a:gs>
              <a:gs pos="100000">
                <a:srgbClr val="0F3D63">
                  <a:alpha val="100000"/>
                </a:srgbClr>
              </a:gs>
            </a:gsLst>
            <a:lin ang="2700000" scaled="1"/>
          </a:gradFill>
          <a:ln w="12700">
            <a:noFill/>
          </a:ln>
        </p:spPr>
      </p:sp>
      <p:sp>
        <p:nvSpPr>
          <p:cNvPr id="9" name="Freeform"/>
          <p:cNvSpPr/>
          <p:nvPr/>
        </p:nvSpPr>
        <p:spPr>
          <a:xfrm>
            <a:off x="2099338" y="2014394"/>
            <a:ext cx="535781" cy="408051"/>
          </a:xfrm>
          <a:custGeom>
            <a:avLst/>
            <a:gdLst/>
            <a:pathLst>
              <a:path w="535781" h="408051">
                <a:moveTo>
                  <a:pt x="0" y="65579"/>
                </a:moveTo>
                <a:cubicBezTo>
                  <a:pt x="0" y="65579"/>
                  <a:pt x="267890" y="408051"/>
                  <a:pt x="267890" y="408051"/>
                </a:cubicBezTo>
                <a:cubicBezTo>
                  <a:pt x="267890" y="408051"/>
                  <a:pt x="535781" y="0"/>
                  <a:pt x="535781" y="0"/>
                </a:cubicBezTo>
                <a:close/>
              </a:path>
            </a:pathLst>
          </a:custGeom>
          <a:noFill/>
          <a:ln w="812800">
            <a:solidFill>
              <a:srgbClr val="FFFFFF"/>
            </a:solidFill>
            <a:round/>
          </a:ln>
        </p:spPr>
      </p:sp>
      <p:sp>
        <p:nvSpPr>
          <p:cNvPr id="10" name="Freeform"/>
          <p:cNvSpPr/>
          <p:nvPr/>
        </p:nvSpPr>
        <p:spPr>
          <a:xfrm>
            <a:off x="2399376" y="2014394"/>
            <a:ext cx="235743" cy="358866"/>
          </a:xfrm>
          <a:custGeom>
            <a:avLst/>
            <a:gdLst/>
            <a:pathLst>
              <a:path w="235743" h="358866">
                <a:moveTo>
                  <a:pt x="0" y="358866"/>
                </a:moveTo>
                <a:cubicBezTo>
                  <a:pt x="0" y="358866"/>
                  <a:pt x="235743" y="0"/>
                  <a:pt x="235743" y="0"/>
                </a:cubicBezTo>
              </a:path>
            </a:pathLst>
          </a:custGeom>
          <a:noFill/>
          <a:ln w="812800">
            <a:solidFill>
              <a:srgbClr val="D4A72C"/>
            </a:solidFill>
          </a:ln>
        </p:spPr>
      </p:sp>
      <p:sp>
        <p:nvSpPr>
          <p:cNvPr id="11" name="Freeform"/>
          <p:cNvSpPr/>
          <p:nvPr/>
        </p:nvSpPr>
        <p:spPr>
          <a:xfrm>
            <a:off x="2083265" y="2498955"/>
            <a:ext cx="567928" cy="47363"/>
          </a:xfrm>
          <a:custGeom>
            <a:avLst/>
            <a:gdLst/>
            <a:pathLst>
              <a:path w="567928" h="47363">
                <a:moveTo>
                  <a:pt x="34825" y="0"/>
                </a:moveTo>
                <a:cubicBezTo>
                  <a:pt x="15592" y="0"/>
                  <a:pt x="0" y="10602"/>
                  <a:pt x="0" y="23681"/>
                </a:cubicBezTo>
                <a:cubicBezTo>
                  <a:pt x="0" y="36760"/>
                  <a:pt x="15592" y="47363"/>
                  <a:pt x="34825" y="47363"/>
                </a:cubicBezTo>
                <a:cubicBezTo>
                  <a:pt x="552335" y="47363"/>
                  <a:pt x="567928" y="36760"/>
                  <a:pt x="567928" y="23681"/>
                </a:cubicBezTo>
                <a:cubicBezTo>
                  <a:pt x="567928" y="10602"/>
                  <a:pt x="552335" y="0"/>
                  <a:pt x="533102" y="0"/>
                </a:cubicBezTo>
                <a:close/>
              </a:path>
            </a:pathLst>
          </a:custGeom>
          <a:solidFill>
            <a:srgbClr val="D4A72C"/>
          </a:solidFill>
          <a:ln w="12700">
            <a:noFill/>
          </a:ln>
        </p:spPr>
      </p:sp>
      <p:sp>
        <p:nvSpPr>
          <p:cNvPr id="12" name="Rounded Rectangle 11"/>
          <p:cNvSpPr/>
          <p:nvPr/>
        </p:nvSpPr>
        <p:spPr>
          <a:xfrm>
            <a:off x="3527450" y="1865376"/>
            <a:ext cx="420624" cy="420624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7450" y="1892807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246120"/>
            <a:ext cx="308853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8233A"/>
                </a:solidFill>
                <a:latin typeface="Segoe UI"/>
                <a:ea typeface="Segoe UI"/>
                <a:cs typeface="Segoe UI"/>
              </a:rPr>
              <a:t>No deformar ni alargar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8698" y="1737360"/>
            <a:ext cx="3454298" cy="2194560"/>
          </a:xfrm>
          <a:prstGeom prst="roundRect">
            <a:avLst/>
          </a:prstGeom>
          <a:solidFill>
            <a:srgbClr val="DC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86986" y="1755648"/>
            <a:ext cx="3417722" cy="21579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"/>
          <p:cNvSpPr/>
          <p:nvPr/>
        </p:nvSpPr>
        <p:spPr>
          <a:xfrm>
            <a:off x="5410047" y="1993391"/>
            <a:ext cx="1371600" cy="1371600"/>
          </a:xfrm>
          <a:custGeom>
            <a:avLst/>
            <a:gdLst/>
            <a:pathLst>
              <a:path w="1371600" h="1371600">
                <a:moveTo>
                  <a:pt x="310753" y="0"/>
                </a:moveTo>
                <a:cubicBezTo>
                  <a:pt x="139128" y="0"/>
                  <a:pt x="0" y="139128"/>
                  <a:pt x="0" y="310753"/>
                </a:cubicBezTo>
                <a:cubicBezTo>
                  <a:pt x="0" y="1232471"/>
                  <a:pt x="139128" y="1371600"/>
                  <a:pt x="310753" y="1371600"/>
                </a:cubicBezTo>
                <a:cubicBezTo>
                  <a:pt x="1232471" y="1371600"/>
                  <a:pt x="1371600" y="1232471"/>
                  <a:pt x="1371600" y="1060846"/>
                </a:cubicBezTo>
                <a:cubicBezTo>
                  <a:pt x="1371600" y="139128"/>
                  <a:pt x="1232471" y="0"/>
                  <a:pt x="1060846" y="0"/>
                </a:cubicBezTo>
                <a:close/>
              </a:path>
            </a:pathLst>
          </a:custGeom>
          <a:solidFill>
            <a:srgbClr val="7B2FBE"/>
          </a:solidFill>
          <a:ln w="12700">
            <a:noFill/>
          </a:ln>
        </p:spPr>
      </p:sp>
      <p:sp>
        <p:nvSpPr>
          <p:cNvPr id="18" name="Freeform"/>
          <p:cNvSpPr/>
          <p:nvPr/>
        </p:nvSpPr>
        <p:spPr>
          <a:xfrm>
            <a:off x="5827956" y="2347007"/>
            <a:ext cx="535781" cy="600075"/>
          </a:xfrm>
          <a:custGeom>
            <a:avLst/>
            <a:gdLst/>
            <a:pathLst>
              <a:path w="535781" h="600075">
                <a:moveTo>
                  <a:pt x="0" y="96440"/>
                </a:moveTo>
                <a:cubicBezTo>
                  <a:pt x="0" y="96440"/>
                  <a:pt x="267890" y="600075"/>
                  <a:pt x="267890" y="600075"/>
                </a:cubicBezTo>
                <a:cubicBezTo>
                  <a:pt x="267890" y="600075"/>
                  <a:pt x="535781" y="0"/>
                  <a:pt x="535781" y="0"/>
                </a:cubicBezTo>
                <a:close/>
              </a:path>
            </a:pathLst>
          </a:custGeom>
          <a:noFill/>
          <a:ln w="812800">
            <a:solidFill>
              <a:srgbClr val="22C55E"/>
            </a:solidFill>
            <a:round/>
          </a:ln>
        </p:spPr>
      </p:sp>
      <p:sp>
        <p:nvSpPr>
          <p:cNvPr id="19" name="Freeform"/>
          <p:cNvSpPr/>
          <p:nvPr/>
        </p:nvSpPr>
        <p:spPr>
          <a:xfrm>
            <a:off x="6127994" y="2347007"/>
            <a:ext cx="235743" cy="527744"/>
          </a:xfrm>
          <a:custGeom>
            <a:avLst/>
            <a:gdLst/>
            <a:pathLst>
              <a:path w="235743" h="527744">
                <a:moveTo>
                  <a:pt x="0" y="527744"/>
                </a:moveTo>
                <a:cubicBezTo>
                  <a:pt x="0" y="527744"/>
                  <a:pt x="235743" y="0"/>
                  <a:pt x="235743" y="0"/>
                </a:cubicBezTo>
              </a:path>
            </a:pathLst>
          </a:custGeom>
          <a:noFill/>
          <a:ln w="812800">
            <a:solidFill>
              <a:srgbClr val="F97316"/>
            </a:solidFill>
          </a:ln>
        </p:spPr>
      </p:sp>
      <p:sp>
        <p:nvSpPr>
          <p:cNvPr id="20" name="Freeform"/>
          <p:cNvSpPr/>
          <p:nvPr/>
        </p:nvSpPr>
        <p:spPr>
          <a:xfrm>
            <a:off x="5811883" y="3059596"/>
            <a:ext cx="567928" cy="69651"/>
          </a:xfrm>
          <a:custGeom>
            <a:avLst/>
            <a:gdLst/>
            <a:pathLst>
              <a:path w="567928" h="69651">
                <a:moveTo>
                  <a:pt x="34825" y="0"/>
                </a:moveTo>
                <a:cubicBezTo>
                  <a:pt x="15592" y="0"/>
                  <a:pt x="0" y="15591"/>
                  <a:pt x="0" y="34825"/>
                </a:cubicBezTo>
                <a:cubicBezTo>
                  <a:pt x="0" y="54059"/>
                  <a:pt x="15592" y="69651"/>
                  <a:pt x="34825" y="69651"/>
                </a:cubicBezTo>
                <a:cubicBezTo>
                  <a:pt x="552335" y="69651"/>
                  <a:pt x="567928" y="54059"/>
                  <a:pt x="567928" y="34825"/>
                </a:cubicBezTo>
                <a:cubicBezTo>
                  <a:pt x="567928" y="15591"/>
                  <a:pt x="552335" y="0"/>
                  <a:pt x="533102" y="0"/>
                </a:cubicBezTo>
                <a:close/>
              </a:path>
            </a:pathLst>
          </a:custGeom>
          <a:solidFill>
            <a:srgbClr val="F97316"/>
          </a:solidFill>
          <a:ln w="12700">
            <a:noFill/>
          </a:ln>
        </p:spPr>
      </p:sp>
      <p:sp>
        <p:nvSpPr>
          <p:cNvPr id="21" name="Rounded Rectangle 20"/>
          <p:cNvSpPr/>
          <p:nvPr/>
        </p:nvSpPr>
        <p:spPr>
          <a:xfrm>
            <a:off x="7256068" y="1865376"/>
            <a:ext cx="420624" cy="420624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56068" y="1892807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1578" y="3246120"/>
            <a:ext cx="308853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8233A"/>
                </a:solidFill>
                <a:latin typeface="Segoe UI"/>
                <a:ea typeface="Segoe UI"/>
                <a:cs typeface="Segoe UI"/>
              </a:rPr>
              <a:t>No recolorear fuera de la paleta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7316" y="1737360"/>
            <a:ext cx="3454298" cy="2194560"/>
          </a:xfrm>
          <a:prstGeom prst="roundRect">
            <a:avLst/>
          </a:prstGeom>
          <a:solidFill>
            <a:srgbClr val="DC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15604" y="1755648"/>
            <a:ext cx="3417722" cy="21579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Freeform"/>
          <p:cNvSpPr/>
          <p:nvPr/>
        </p:nvSpPr>
        <p:spPr>
          <a:xfrm>
            <a:off x="8441219" y="2234175"/>
            <a:ext cx="1662827" cy="1662827"/>
          </a:xfrm>
          <a:custGeom>
            <a:avLst/>
            <a:gdLst/>
            <a:pathLst>
              <a:path w="1662827" h="1662827">
                <a:moveTo>
                  <a:pt x="713542" y="58698"/>
                </a:moveTo>
                <a:cubicBezTo>
                  <a:pt x="552268" y="0"/>
                  <a:pt x="373944" y="83153"/>
                  <a:pt x="315246" y="244427"/>
                </a:cubicBezTo>
                <a:cubicBezTo>
                  <a:pt x="0" y="1110558"/>
                  <a:pt x="83153" y="1288882"/>
                  <a:pt x="244427" y="1347580"/>
                </a:cubicBezTo>
                <a:cubicBezTo>
                  <a:pt x="1110558" y="1662827"/>
                  <a:pt x="1288882" y="1579673"/>
                  <a:pt x="1347580" y="1418399"/>
                </a:cubicBezTo>
                <a:cubicBezTo>
                  <a:pt x="1662827" y="552268"/>
                  <a:pt x="1579673" y="373944"/>
                  <a:pt x="1418399" y="315246"/>
                </a:cubicBezTo>
                <a:close/>
              </a:path>
            </a:pathLst>
          </a:custGeom>
          <a:gradFill rotWithShape="1" flip="none">
            <a:gsLst>
              <a:gs pos="0">
                <a:srgbClr val="3D8EC7">
                  <a:alpha val="100000"/>
                </a:srgbClr>
              </a:gs>
              <a:gs pos="100000">
                <a:srgbClr val="0F3D63">
                  <a:alpha val="100000"/>
                </a:srgbClr>
              </a:gs>
            </a:gsLst>
            <a:lin ang="2700000" scaled="1"/>
          </a:gradFill>
          <a:ln w="12700">
            <a:noFill/>
          </a:ln>
        </p:spPr>
      </p:sp>
      <p:sp>
        <p:nvSpPr>
          <p:cNvPr id="27" name="Freeform"/>
          <p:cNvSpPr/>
          <p:nvPr/>
        </p:nvSpPr>
        <p:spPr>
          <a:xfrm>
            <a:off x="9101527" y="2752438"/>
            <a:ext cx="536454" cy="564885"/>
          </a:xfrm>
          <a:custGeom>
            <a:avLst/>
            <a:gdLst/>
            <a:pathLst>
              <a:path w="536454" h="564885">
                <a:moveTo>
                  <a:pt x="0" y="0"/>
                </a:moveTo>
                <a:cubicBezTo>
                  <a:pt x="0" y="0"/>
                  <a:pt x="79481" y="564885"/>
                  <a:pt x="79481" y="564885"/>
                </a:cubicBezTo>
                <a:cubicBezTo>
                  <a:pt x="79481" y="564885"/>
                  <a:pt x="536454" y="92623"/>
                  <a:pt x="536454" y="92623"/>
                </a:cubicBezTo>
                <a:close/>
              </a:path>
            </a:pathLst>
          </a:custGeom>
          <a:noFill/>
          <a:ln w="812800">
            <a:solidFill>
              <a:srgbClr val="FFFFFF"/>
            </a:solidFill>
            <a:round/>
          </a:ln>
        </p:spPr>
      </p:sp>
      <p:sp>
        <p:nvSpPr>
          <p:cNvPr id="28" name="Freeform"/>
          <p:cNvSpPr/>
          <p:nvPr/>
        </p:nvSpPr>
        <p:spPr>
          <a:xfrm>
            <a:off x="9235956" y="2845062"/>
            <a:ext cx="402025" cy="415288"/>
          </a:xfrm>
          <a:custGeom>
            <a:avLst/>
            <a:gdLst/>
            <a:pathLst>
              <a:path w="402025" h="415288">
                <a:moveTo>
                  <a:pt x="0" y="415288"/>
                </a:moveTo>
                <a:cubicBezTo>
                  <a:pt x="0" y="415288"/>
                  <a:pt x="402025" y="0"/>
                  <a:pt x="402025" y="0"/>
                </a:cubicBezTo>
              </a:path>
            </a:pathLst>
          </a:custGeom>
          <a:noFill/>
          <a:ln w="812800">
            <a:solidFill>
              <a:srgbClr val="D4A72C"/>
            </a:solidFill>
          </a:ln>
        </p:spPr>
      </p:sp>
      <p:sp>
        <p:nvSpPr>
          <p:cNvPr id="29" name="Freeform"/>
          <p:cNvSpPr/>
          <p:nvPr/>
        </p:nvSpPr>
        <p:spPr>
          <a:xfrm>
            <a:off x="8857199" y="3331264"/>
            <a:ext cx="546834" cy="249028"/>
          </a:xfrm>
          <a:custGeom>
            <a:avLst/>
            <a:gdLst/>
            <a:pathLst>
              <a:path w="546834" h="249028">
                <a:moveTo>
                  <a:pt x="51214" y="6578"/>
                </a:moveTo>
                <a:cubicBezTo>
                  <a:pt x="33141" y="0"/>
                  <a:pt x="13156" y="9318"/>
                  <a:pt x="6578" y="27392"/>
                </a:cubicBezTo>
                <a:cubicBezTo>
                  <a:pt x="0" y="45466"/>
                  <a:pt x="9318" y="65450"/>
                  <a:pt x="27392" y="72029"/>
                </a:cubicBezTo>
                <a:cubicBezTo>
                  <a:pt x="513692" y="249028"/>
                  <a:pt x="533677" y="239709"/>
                  <a:pt x="540255" y="221635"/>
                </a:cubicBezTo>
                <a:cubicBezTo>
                  <a:pt x="546834" y="203561"/>
                  <a:pt x="537515" y="183577"/>
                  <a:pt x="519441" y="176998"/>
                </a:cubicBezTo>
                <a:close/>
              </a:path>
            </a:pathLst>
          </a:custGeom>
          <a:solidFill>
            <a:srgbClr val="D4A72C"/>
          </a:solidFill>
          <a:ln w="12700">
            <a:noFill/>
          </a:ln>
        </p:spPr>
      </p:sp>
      <p:sp>
        <p:nvSpPr>
          <p:cNvPr id="30" name="Rounded Rectangle 29"/>
          <p:cNvSpPr/>
          <p:nvPr/>
        </p:nvSpPr>
        <p:spPr>
          <a:xfrm>
            <a:off x="10984687" y="1865376"/>
            <a:ext cx="420624" cy="420624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84687" y="1892807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0196" y="3246120"/>
            <a:ext cx="308853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8233A"/>
                </a:solidFill>
                <a:latin typeface="Segoe UI"/>
                <a:ea typeface="Segoe UI"/>
                <a:cs typeface="Segoe UI"/>
              </a:rPr>
              <a:t>No rotar el isotipo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160520"/>
            <a:ext cx="3454298" cy="2194560"/>
          </a:xfrm>
          <a:prstGeom prst="roundRect">
            <a:avLst/>
          </a:prstGeom>
          <a:solidFill>
            <a:srgbClr val="DC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8368" y="4178807"/>
            <a:ext cx="3417722" cy="21579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Freeform"/>
          <p:cNvSpPr/>
          <p:nvPr/>
        </p:nvSpPr>
        <p:spPr>
          <a:xfrm>
            <a:off x="1681429" y="4416552"/>
            <a:ext cx="1371600" cy="1371600"/>
          </a:xfrm>
          <a:custGeom>
            <a:avLst/>
            <a:gdLst/>
            <a:pathLst>
              <a:path w="1371600" h="1371600">
                <a:moveTo>
                  <a:pt x="310753" y="0"/>
                </a:moveTo>
                <a:cubicBezTo>
                  <a:pt x="139128" y="0"/>
                  <a:pt x="0" y="139128"/>
                  <a:pt x="0" y="310753"/>
                </a:cubicBezTo>
                <a:cubicBezTo>
                  <a:pt x="0" y="1232471"/>
                  <a:pt x="139128" y="1371600"/>
                  <a:pt x="310753" y="1371600"/>
                </a:cubicBezTo>
                <a:cubicBezTo>
                  <a:pt x="1232471" y="1371600"/>
                  <a:pt x="1371600" y="1232471"/>
                  <a:pt x="1371600" y="1060846"/>
                </a:cubicBezTo>
                <a:cubicBezTo>
                  <a:pt x="1371600" y="139128"/>
                  <a:pt x="1232471" y="0"/>
                  <a:pt x="1060846" y="0"/>
                </a:cubicBezTo>
                <a:close/>
              </a:path>
            </a:pathLst>
          </a:custGeom>
          <a:solidFill>
            <a:srgbClr val="F5F7FA"/>
          </a:solidFill>
          <a:ln w="12700">
            <a:noFill/>
          </a:ln>
        </p:spPr>
      </p:sp>
      <p:sp>
        <p:nvSpPr>
          <p:cNvPr id="36" name="Freeform"/>
          <p:cNvSpPr/>
          <p:nvPr/>
        </p:nvSpPr>
        <p:spPr>
          <a:xfrm>
            <a:off x="2099338" y="4770167"/>
            <a:ext cx="535781" cy="600075"/>
          </a:xfrm>
          <a:custGeom>
            <a:avLst/>
            <a:gdLst/>
            <a:pathLst>
              <a:path w="535781" h="600075">
                <a:moveTo>
                  <a:pt x="0" y="96440"/>
                </a:moveTo>
                <a:cubicBezTo>
                  <a:pt x="0" y="96440"/>
                  <a:pt x="267890" y="600075"/>
                  <a:pt x="267890" y="600075"/>
                </a:cubicBezTo>
                <a:cubicBezTo>
                  <a:pt x="267890" y="600075"/>
                  <a:pt x="535781" y="0"/>
                  <a:pt x="535781" y="0"/>
                </a:cubicBezTo>
                <a:close/>
              </a:path>
            </a:pathLst>
          </a:custGeom>
          <a:noFill/>
          <a:ln w="812800">
            <a:solidFill>
              <a:srgbClr val="D4A72C"/>
            </a:solidFill>
            <a:round/>
          </a:ln>
        </p:spPr>
      </p:sp>
      <p:sp>
        <p:nvSpPr>
          <p:cNvPr id="37" name="Freeform"/>
          <p:cNvSpPr/>
          <p:nvPr/>
        </p:nvSpPr>
        <p:spPr>
          <a:xfrm>
            <a:off x="2399376" y="4770167"/>
            <a:ext cx="235743" cy="527744"/>
          </a:xfrm>
          <a:custGeom>
            <a:avLst/>
            <a:gdLst/>
            <a:pathLst>
              <a:path w="235743" h="527744">
                <a:moveTo>
                  <a:pt x="0" y="527744"/>
                </a:moveTo>
                <a:cubicBezTo>
                  <a:pt x="0" y="527744"/>
                  <a:pt x="235743" y="0"/>
                  <a:pt x="235743" y="0"/>
                </a:cubicBezTo>
              </a:path>
            </a:pathLst>
          </a:custGeom>
          <a:noFill/>
          <a:ln w="812800">
            <a:solidFill>
              <a:srgbClr val="D4A72C"/>
            </a:solidFill>
          </a:ln>
        </p:spPr>
      </p:sp>
      <p:sp>
        <p:nvSpPr>
          <p:cNvPr id="38" name="Freeform"/>
          <p:cNvSpPr/>
          <p:nvPr/>
        </p:nvSpPr>
        <p:spPr>
          <a:xfrm>
            <a:off x="2083265" y="5482756"/>
            <a:ext cx="567928" cy="69651"/>
          </a:xfrm>
          <a:custGeom>
            <a:avLst/>
            <a:gdLst/>
            <a:pathLst>
              <a:path w="567928" h="69651">
                <a:moveTo>
                  <a:pt x="34825" y="0"/>
                </a:moveTo>
                <a:cubicBezTo>
                  <a:pt x="15592" y="0"/>
                  <a:pt x="0" y="15591"/>
                  <a:pt x="0" y="34825"/>
                </a:cubicBezTo>
                <a:cubicBezTo>
                  <a:pt x="0" y="54059"/>
                  <a:pt x="15592" y="69651"/>
                  <a:pt x="34825" y="69651"/>
                </a:cubicBezTo>
                <a:cubicBezTo>
                  <a:pt x="552335" y="69651"/>
                  <a:pt x="567928" y="54059"/>
                  <a:pt x="567928" y="34825"/>
                </a:cubicBezTo>
                <a:cubicBezTo>
                  <a:pt x="567928" y="15591"/>
                  <a:pt x="552335" y="0"/>
                  <a:pt x="533102" y="0"/>
                </a:cubicBezTo>
                <a:close/>
              </a:path>
            </a:pathLst>
          </a:custGeom>
          <a:solidFill>
            <a:srgbClr val="D4A72C"/>
          </a:solidFill>
          <a:ln w="12700">
            <a:noFill/>
          </a:ln>
        </p:spPr>
      </p:sp>
      <p:sp>
        <p:nvSpPr>
          <p:cNvPr id="39" name="Rounded Rectangle 38"/>
          <p:cNvSpPr/>
          <p:nvPr/>
        </p:nvSpPr>
        <p:spPr>
          <a:xfrm>
            <a:off x="3527450" y="4288536"/>
            <a:ext cx="420624" cy="420624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7450" y="4315968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" y="5669279"/>
            <a:ext cx="308853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8233A"/>
                </a:solidFill>
                <a:latin typeface="Segoe UI"/>
                <a:ea typeface="Segoe UI"/>
                <a:cs typeface="Segoe UI"/>
              </a:rPr>
              <a:t>No usar sobre bajo contraste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68698" y="4160520"/>
            <a:ext cx="3454298" cy="2194560"/>
          </a:xfrm>
          <a:prstGeom prst="roundRect">
            <a:avLst/>
          </a:prstGeom>
          <a:solidFill>
            <a:srgbClr val="DC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386986" y="4178807"/>
            <a:ext cx="3417722" cy="21579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Freeform"/>
          <p:cNvSpPr/>
          <p:nvPr/>
        </p:nvSpPr>
        <p:spPr>
          <a:xfrm>
            <a:off x="5479699" y="4486203"/>
            <a:ext cx="1371600" cy="1371600"/>
          </a:xfrm>
          <a:custGeom>
            <a:avLst/>
            <a:gdLst/>
            <a:pathLst>
              <a:path w="1371600" h="1371600">
                <a:moveTo>
                  <a:pt x="310753" y="0"/>
                </a:moveTo>
                <a:cubicBezTo>
                  <a:pt x="139128" y="0"/>
                  <a:pt x="0" y="139128"/>
                  <a:pt x="0" y="310753"/>
                </a:cubicBezTo>
                <a:cubicBezTo>
                  <a:pt x="0" y="1232471"/>
                  <a:pt x="139128" y="1371600"/>
                  <a:pt x="310753" y="1371600"/>
                </a:cubicBezTo>
                <a:cubicBezTo>
                  <a:pt x="1232471" y="1371600"/>
                  <a:pt x="1371600" y="1232471"/>
                  <a:pt x="1371600" y="1060846"/>
                </a:cubicBezTo>
                <a:cubicBezTo>
                  <a:pt x="1371600" y="139128"/>
                  <a:pt x="1232471" y="0"/>
                  <a:pt x="1060846" y="0"/>
                </a:cubicBezTo>
                <a:close/>
              </a:path>
            </a:pathLst>
          </a:custGeom>
          <a:solidFill>
            <a:srgbClr val="A9B6C8"/>
          </a:solidFill>
          <a:ln w="12700">
            <a:noFill/>
          </a:ln>
        </p:spPr>
      </p:sp>
      <p:sp>
        <p:nvSpPr>
          <p:cNvPr id="45" name="Freeform"/>
          <p:cNvSpPr/>
          <p:nvPr/>
        </p:nvSpPr>
        <p:spPr>
          <a:xfrm>
            <a:off x="5897608" y="4839819"/>
            <a:ext cx="535781" cy="600075"/>
          </a:xfrm>
          <a:custGeom>
            <a:avLst/>
            <a:gdLst/>
            <a:pathLst>
              <a:path w="535781" h="600075">
                <a:moveTo>
                  <a:pt x="0" y="96440"/>
                </a:moveTo>
                <a:cubicBezTo>
                  <a:pt x="0" y="96440"/>
                  <a:pt x="267890" y="600075"/>
                  <a:pt x="267890" y="600075"/>
                </a:cubicBezTo>
                <a:cubicBezTo>
                  <a:pt x="267890" y="600075"/>
                  <a:pt x="535781" y="0"/>
                  <a:pt x="535781" y="0"/>
                </a:cubicBezTo>
                <a:close/>
              </a:path>
            </a:pathLst>
          </a:custGeom>
          <a:noFill/>
          <a:ln w="812800">
            <a:solidFill>
              <a:srgbClr val="FFFFFF"/>
            </a:solidFill>
            <a:round/>
          </a:ln>
        </p:spPr>
      </p:sp>
      <p:sp>
        <p:nvSpPr>
          <p:cNvPr id="46" name="Freeform"/>
          <p:cNvSpPr/>
          <p:nvPr/>
        </p:nvSpPr>
        <p:spPr>
          <a:xfrm>
            <a:off x="6197646" y="4839819"/>
            <a:ext cx="235743" cy="527744"/>
          </a:xfrm>
          <a:custGeom>
            <a:avLst/>
            <a:gdLst/>
            <a:pathLst>
              <a:path w="235743" h="527744">
                <a:moveTo>
                  <a:pt x="0" y="527744"/>
                </a:moveTo>
                <a:cubicBezTo>
                  <a:pt x="0" y="527744"/>
                  <a:pt x="235743" y="0"/>
                  <a:pt x="235743" y="0"/>
                </a:cubicBezTo>
              </a:path>
            </a:pathLst>
          </a:custGeom>
          <a:noFill/>
          <a:ln w="812800">
            <a:solidFill>
              <a:srgbClr val="FFFFFF"/>
            </a:solidFill>
          </a:ln>
        </p:spPr>
      </p:sp>
      <p:sp>
        <p:nvSpPr>
          <p:cNvPr id="47" name="Freeform"/>
          <p:cNvSpPr/>
          <p:nvPr/>
        </p:nvSpPr>
        <p:spPr>
          <a:xfrm>
            <a:off x="5881535" y="5552408"/>
            <a:ext cx="567928" cy="69651"/>
          </a:xfrm>
          <a:custGeom>
            <a:avLst/>
            <a:gdLst/>
            <a:pathLst>
              <a:path w="567928" h="69651">
                <a:moveTo>
                  <a:pt x="34825" y="0"/>
                </a:moveTo>
                <a:cubicBezTo>
                  <a:pt x="15592" y="0"/>
                  <a:pt x="0" y="15591"/>
                  <a:pt x="0" y="34825"/>
                </a:cubicBezTo>
                <a:cubicBezTo>
                  <a:pt x="0" y="54059"/>
                  <a:pt x="15592" y="69651"/>
                  <a:pt x="34825" y="69651"/>
                </a:cubicBezTo>
                <a:cubicBezTo>
                  <a:pt x="552335" y="69651"/>
                  <a:pt x="567928" y="54059"/>
                  <a:pt x="567928" y="34825"/>
                </a:cubicBezTo>
                <a:cubicBezTo>
                  <a:pt x="567928" y="15591"/>
                  <a:pt x="552335" y="0"/>
                  <a:pt x="533102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</p:sp>
      <p:sp>
        <p:nvSpPr>
          <p:cNvPr id="48" name="Freeform"/>
          <p:cNvSpPr/>
          <p:nvPr/>
        </p:nvSpPr>
        <p:spPr>
          <a:xfrm>
            <a:off x="5410047" y="4416552"/>
            <a:ext cx="1371600" cy="1371600"/>
          </a:xfrm>
          <a:custGeom>
            <a:avLst/>
            <a:gdLst/>
            <a:pathLst>
              <a:path w="1371600" h="1371600">
                <a:moveTo>
                  <a:pt x="310753" y="0"/>
                </a:moveTo>
                <a:cubicBezTo>
                  <a:pt x="139128" y="0"/>
                  <a:pt x="0" y="139128"/>
                  <a:pt x="0" y="310753"/>
                </a:cubicBezTo>
                <a:cubicBezTo>
                  <a:pt x="0" y="1232471"/>
                  <a:pt x="139128" y="1371600"/>
                  <a:pt x="310753" y="1371600"/>
                </a:cubicBezTo>
                <a:cubicBezTo>
                  <a:pt x="1232471" y="1371600"/>
                  <a:pt x="1371600" y="1232471"/>
                  <a:pt x="1371600" y="1060846"/>
                </a:cubicBezTo>
                <a:cubicBezTo>
                  <a:pt x="1371600" y="139128"/>
                  <a:pt x="1232471" y="0"/>
                  <a:pt x="1060846" y="0"/>
                </a:cubicBezTo>
                <a:close/>
              </a:path>
            </a:pathLst>
          </a:custGeom>
          <a:noFill/>
          <a:ln w="12700">
            <a:noFill/>
          </a:ln>
        </p:spPr>
      </p:sp>
      <p:sp>
        <p:nvSpPr>
          <p:cNvPr id="49" name="Freeform"/>
          <p:cNvSpPr/>
          <p:nvPr/>
        </p:nvSpPr>
        <p:spPr>
          <a:xfrm>
            <a:off x="5827956" y="4770167"/>
            <a:ext cx="535781" cy="600075"/>
          </a:xfrm>
          <a:custGeom>
            <a:avLst/>
            <a:gdLst/>
            <a:pathLst>
              <a:path w="535781" h="600075">
                <a:moveTo>
                  <a:pt x="0" y="96440"/>
                </a:moveTo>
                <a:cubicBezTo>
                  <a:pt x="0" y="96440"/>
                  <a:pt x="267890" y="600075"/>
                  <a:pt x="267890" y="600075"/>
                </a:cubicBezTo>
                <a:cubicBezTo>
                  <a:pt x="267890" y="600075"/>
                  <a:pt x="535781" y="0"/>
                  <a:pt x="535781" y="0"/>
                </a:cubicBezTo>
                <a:close/>
              </a:path>
            </a:pathLst>
          </a:custGeom>
          <a:noFill/>
          <a:ln w="812800">
            <a:solidFill>
              <a:srgbClr val="FFFFFF"/>
            </a:solidFill>
            <a:round/>
          </a:ln>
        </p:spPr>
      </p:sp>
      <p:sp>
        <p:nvSpPr>
          <p:cNvPr id="50" name="Freeform"/>
          <p:cNvSpPr/>
          <p:nvPr/>
        </p:nvSpPr>
        <p:spPr>
          <a:xfrm>
            <a:off x="6127994" y="4770167"/>
            <a:ext cx="235743" cy="527744"/>
          </a:xfrm>
          <a:custGeom>
            <a:avLst/>
            <a:gdLst/>
            <a:pathLst>
              <a:path w="235743" h="527744">
                <a:moveTo>
                  <a:pt x="0" y="527744"/>
                </a:moveTo>
                <a:cubicBezTo>
                  <a:pt x="0" y="527744"/>
                  <a:pt x="235743" y="0"/>
                  <a:pt x="235743" y="0"/>
                </a:cubicBezTo>
              </a:path>
            </a:pathLst>
          </a:custGeom>
          <a:noFill/>
          <a:ln w="812800">
            <a:solidFill>
              <a:srgbClr val="D4A72C"/>
            </a:solidFill>
          </a:ln>
        </p:spPr>
      </p:sp>
      <p:sp>
        <p:nvSpPr>
          <p:cNvPr id="51" name="Freeform"/>
          <p:cNvSpPr/>
          <p:nvPr/>
        </p:nvSpPr>
        <p:spPr>
          <a:xfrm>
            <a:off x="5811883" y="5482756"/>
            <a:ext cx="567928" cy="69651"/>
          </a:xfrm>
          <a:custGeom>
            <a:avLst/>
            <a:gdLst/>
            <a:pathLst>
              <a:path w="567928" h="69651">
                <a:moveTo>
                  <a:pt x="34825" y="0"/>
                </a:moveTo>
                <a:cubicBezTo>
                  <a:pt x="15592" y="0"/>
                  <a:pt x="0" y="15591"/>
                  <a:pt x="0" y="34825"/>
                </a:cubicBezTo>
                <a:cubicBezTo>
                  <a:pt x="0" y="54059"/>
                  <a:pt x="15592" y="69651"/>
                  <a:pt x="34825" y="69651"/>
                </a:cubicBezTo>
                <a:cubicBezTo>
                  <a:pt x="552335" y="69651"/>
                  <a:pt x="567928" y="54059"/>
                  <a:pt x="567928" y="34825"/>
                </a:cubicBezTo>
                <a:cubicBezTo>
                  <a:pt x="567928" y="15591"/>
                  <a:pt x="552335" y="0"/>
                  <a:pt x="533102" y="0"/>
                </a:cubicBezTo>
                <a:close/>
              </a:path>
            </a:pathLst>
          </a:custGeom>
          <a:solidFill>
            <a:srgbClr val="D4A72C"/>
          </a:solidFill>
          <a:ln w="12700">
            <a:noFill/>
          </a:ln>
        </p:spPr>
      </p:sp>
      <p:sp>
        <p:nvSpPr>
          <p:cNvPr id="52" name="Rounded Rectangle 51"/>
          <p:cNvSpPr/>
          <p:nvPr/>
        </p:nvSpPr>
        <p:spPr>
          <a:xfrm>
            <a:off x="7256068" y="4288536"/>
            <a:ext cx="420624" cy="420624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56068" y="4315968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✕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51578" y="5669279"/>
            <a:ext cx="308853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8233A"/>
                </a:solidFill>
                <a:latin typeface="Segoe UI"/>
                <a:ea typeface="Segoe UI"/>
                <a:cs typeface="Segoe UI"/>
              </a:rPr>
              <a:t>No añadir sombras o volumen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97316" y="4160520"/>
            <a:ext cx="3454298" cy="2194560"/>
          </a:xfrm>
          <a:prstGeom prst="roundRect">
            <a:avLst/>
          </a:prstGeom>
          <a:solidFill>
            <a:srgbClr val="DCE3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115604" y="4178807"/>
            <a:ext cx="3417722" cy="21579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Freeform"/>
          <p:cNvSpPr/>
          <p:nvPr/>
        </p:nvSpPr>
        <p:spPr>
          <a:xfrm>
            <a:off x="9138665" y="4416552"/>
            <a:ext cx="1371600" cy="1371600"/>
          </a:xfrm>
          <a:custGeom>
            <a:avLst/>
            <a:gdLst/>
            <a:pathLst>
              <a:path w="1371600" h="1371600">
                <a:moveTo>
                  <a:pt x="310753" y="0"/>
                </a:moveTo>
                <a:cubicBezTo>
                  <a:pt x="139128" y="0"/>
                  <a:pt x="0" y="139128"/>
                  <a:pt x="0" y="310753"/>
                </a:cubicBezTo>
                <a:cubicBezTo>
                  <a:pt x="0" y="1232471"/>
                  <a:pt x="139128" y="1371600"/>
                  <a:pt x="310753" y="1371600"/>
                </a:cubicBezTo>
                <a:cubicBezTo>
                  <a:pt x="1232471" y="1371600"/>
                  <a:pt x="1371600" y="1232471"/>
                  <a:pt x="1371600" y="1060846"/>
                </a:cubicBezTo>
                <a:cubicBezTo>
                  <a:pt x="1371600" y="139128"/>
                  <a:pt x="1232471" y="0"/>
                  <a:pt x="1060846" y="0"/>
                </a:cubicBezTo>
                <a:close/>
              </a:path>
            </a:pathLst>
          </a:custGeom>
          <a:solidFill>
            <a:srgbClr val="18233A"/>
          </a:solidFill>
          <a:ln w="12700">
            <a:noFill/>
          </a:ln>
        </p:spPr>
      </p:sp>
      <p:sp>
        <p:nvSpPr>
          <p:cNvPr id="58" name="Freeform"/>
          <p:cNvSpPr/>
          <p:nvPr/>
        </p:nvSpPr>
        <p:spPr>
          <a:xfrm>
            <a:off x="9556575" y="4770167"/>
            <a:ext cx="535781" cy="600075"/>
          </a:xfrm>
          <a:custGeom>
            <a:avLst/>
            <a:gdLst/>
            <a:pathLst>
              <a:path w="535781" h="600075">
                <a:moveTo>
                  <a:pt x="0" y="96440"/>
                </a:moveTo>
                <a:cubicBezTo>
                  <a:pt x="0" y="96440"/>
                  <a:pt x="267890" y="600075"/>
                  <a:pt x="267890" y="600075"/>
                </a:cubicBezTo>
                <a:cubicBezTo>
                  <a:pt x="267890" y="600075"/>
                  <a:pt x="535781" y="0"/>
                  <a:pt x="535781" y="0"/>
                </a:cubicBezTo>
                <a:close/>
              </a:path>
            </a:pathLst>
          </a:custGeom>
          <a:noFill/>
          <a:ln w="812800">
            <a:solidFill>
              <a:srgbClr val="FFFFFF"/>
            </a:solidFill>
            <a:round/>
          </a:ln>
        </p:spPr>
      </p:sp>
      <p:sp>
        <p:nvSpPr>
          <p:cNvPr id="59" name="Freeform"/>
          <p:cNvSpPr/>
          <p:nvPr/>
        </p:nvSpPr>
        <p:spPr>
          <a:xfrm>
            <a:off x="9856612" y="4770167"/>
            <a:ext cx="235743" cy="527744"/>
          </a:xfrm>
          <a:custGeom>
            <a:avLst/>
            <a:gdLst/>
            <a:pathLst>
              <a:path w="235743" h="527744">
                <a:moveTo>
                  <a:pt x="0" y="527744"/>
                </a:moveTo>
                <a:cubicBezTo>
                  <a:pt x="0" y="527744"/>
                  <a:pt x="235743" y="0"/>
                  <a:pt x="235743" y="0"/>
                </a:cubicBezTo>
              </a:path>
            </a:pathLst>
          </a:custGeom>
          <a:noFill/>
          <a:ln w="812800">
            <a:solidFill>
              <a:srgbClr val="FFFFFF"/>
            </a:solidFill>
          </a:ln>
        </p:spPr>
      </p:sp>
      <p:sp>
        <p:nvSpPr>
          <p:cNvPr id="60" name="Freeform"/>
          <p:cNvSpPr/>
          <p:nvPr/>
        </p:nvSpPr>
        <p:spPr>
          <a:xfrm>
            <a:off x="9540501" y="5482756"/>
            <a:ext cx="567928" cy="69651"/>
          </a:xfrm>
          <a:custGeom>
            <a:avLst/>
            <a:gdLst/>
            <a:pathLst>
              <a:path w="567928" h="69651">
                <a:moveTo>
                  <a:pt x="34825" y="0"/>
                </a:moveTo>
                <a:cubicBezTo>
                  <a:pt x="15592" y="0"/>
                  <a:pt x="0" y="15591"/>
                  <a:pt x="0" y="34825"/>
                </a:cubicBezTo>
                <a:cubicBezTo>
                  <a:pt x="0" y="54059"/>
                  <a:pt x="15592" y="69651"/>
                  <a:pt x="34825" y="69651"/>
                </a:cubicBezTo>
                <a:cubicBezTo>
                  <a:pt x="552335" y="69651"/>
                  <a:pt x="567928" y="54059"/>
                  <a:pt x="567928" y="34825"/>
                </a:cubicBezTo>
                <a:cubicBezTo>
                  <a:pt x="567928" y="15591"/>
                  <a:pt x="552335" y="0"/>
                  <a:pt x="533102" y="0"/>
                </a:cubicBezTo>
                <a:close/>
              </a:path>
            </a:pathLst>
          </a:custGeom>
          <a:solidFill>
            <a:srgbClr val="FFFFFF"/>
          </a:solidFill>
          <a:ln w="12700">
            <a:noFill/>
          </a:ln>
        </p:spPr>
      </p:sp>
      <p:sp>
        <p:nvSpPr>
          <p:cNvPr id="61" name="Rounded Rectangle 60"/>
          <p:cNvSpPr/>
          <p:nvPr/>
        </p:nvSpPr>
        <p:spPr>
          <a:xfrm>
            <a:off x="10984687" y="4288536"/>
            <a:ext cx="420624" cy="420624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984687" y="4315968"/>
            <a:ext cx="4206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80196" y="5669279"/>
            <a:ext cx="308853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8233A"/>
                </a:solidFill>
                <a:latin typeface="Segoe UI"/>
                <a:ea typeface="Segoe UI"/>
                <a:cs typeface="Segoe UI"/>
              </a:rPr>
              <a:t>No alterar proporciones del logotipo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